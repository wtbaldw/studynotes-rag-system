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autoCompressPictures="0">
  <p:sldMasterIdLst>
    <p:sldMasterId id="2147483648" r:id="rId1"/>
  </p:sldMasterIdLst>
  <p:notesMasterIdLst>
    <p:notesMasterId r:id="rId3"/>
  </p:notesMasterIdLst>
  <p:sldIdLst>
    <p:sldId id="256" r:id="rId2"/>
  </p:sldIdLst>
  <p:sldSz cx="43891200" cy="32918400"/>
  <p:notesSz cx="32918400" cy="51206400"/>
  <p:defaultTextStyle>
    <a:defPPr>
      <a:defRPr lang="en-US"/>
    </a:defPPr>
    <a:lvl1pPr algn="l" rtl="0" fontAlgn="base">
      <a:spcBef>
        <a:spcPct val="0"/>
      </a:spcBef>
      <a:spcAft>
        <a:spcPct val="0"/>
      </a:spcAft>
      <a:defRPr sz="3200" kern="1200">
        <a:solidFill>
          <a:schemeClr val="tx1"/>
        </a:solidFill>
        <a:latin typeface="Helvetica" pitchFamily="2" charset="0"/>
        <a:ea typeface="ＭＳ Ｐゴシック" panose="020B0600070205080204" pitchFamily="34" charset="-128"/>
        <a:cs typeface="+mn-cs"/>
      </a:defRPr>
    </a:lvl1pPr>
    <a:lvl2pPr marL="457200" algn="l" rtl="0" fontAlgn="base">
      <a:spcBef>
        <a:spcPct val="0"/>
      </a:spcBef>
      <a:spcAft>
        <a:spcPct val="0"/>
      </a:spcAft>
      <a:defRPr sz="3200" kern="1200">
        <a:solidFill>
          <a:schemeClr val="tx1"/>
        </a:solidFill>
        <a:latin typeface="Helvetica" pitchFamily="2" charset="0"/>
        <a:ea typeface="ＭＳ Ｐゴシック" panose="020B0600070205080204" pitchFamily="34" charset="-128"/>
        <a:cs typeface="+mn-cs"/>
      </a:defRPr>
    </a:lvl2pPr>
    <a:lvl3pPr marL="914400" algn="l" rtl="0" fontAlgn="base">
      <a:spcBef>
        <a:spcPct val="0"/>
      </a:spcBef>
      <a:spcAft>
        <a:spcPct val="0"/>
      </a:spcAft>
      <a:defRPr sz="3200" kern="1200">
        <a:solidFill>
          <a:schemeClr val="tx1"/>
        </a:solidFill>
        <a:latin typeface="Helvetica" pitchFamily="2" charset="0"/>
        <a:ea typeface="ＭＳ Ｐゴシック" panose="020B0600070205080204" pitchFamily="34" charset="-128"/>
        <a:cs typeface="+mn-cs"/>
      </a:defRPr>
    </a:lvl3pPr>
    <a:lvl4pPr marL="1371600" algn="l" rtl="0" fontAlgn="base">
      <a:spcBef>
        <a:spcPct val="0"/>
      </a:spcBef>
      <a:spcAft>
        <a:spcPct val="0"/>
      </a:spcAft>
      <a:defRPr sz="3200" kern="1200">
        <a:solidFill>
          <a:schemeClr val="tx1"/>
        </a:solidFill>
        <a:latin typeface="Helvetica" pitchFamily="2" charset="0"/>
        <a:ea typeface="ＭＳ Ｐゴシック" panose="020B0600070205080204" pitchFamily="34" charset="-128"/>
        <a:cs typeface="+mn-cs"/>
      </a:defRPr>
    </a:lvl4pPr>
    <a:lvl5pPr marL="1828800" algn="l" rtl="0" fontAlgn="base">
      <a:spcBef>
        <a:spcPct val="0"/>
      </a:spcBef>
      <a:spcAft>
        <a:spcPct val="0"/>
      </a:spcAft>
      <a:defRPr sz="3200" kern="1200">
        <a:solidFill>
          <a:schemeClr val="tx1"/>
        </a:solidFill>
        <a:latin typeface="Helvetica" pitchFamily="2" charset="0"/>
        <a:ea typeface="ＭＳ Ｐゴシック" panose="020B0600070205080204" pitchFamily="34" charset="-128"/>
        <a:cs typeface="+mn-cs"/>
      </a:defRPr>
    </a:lvl5pPr>
    <a:lvl6pPr marL="2286000" algn="l" defTabSz="914400" rtl="0" eaLnBrk="1" latinLnBrk="0" hangingPunct="1">
      <a:defRPr sz="3200" kern="1200">
        <a:solidFill>
          <a:schemeClr val="tx1"/>
        </a:solidFill>
        <a:latin typeface="Helvetica" pitchFamily="2" charset="0"/>
        <a:ea typeface="ＭＳ Ｐゴシック" panose="020B0600070205080204" pitchFamily="34" charset="-128"/>
        <a:cs typeface="+mn-cs"/>
      </a:defRPr>
    </a:lvl6pPr>
    <a:lvl7pPr marL="2743200" algn="l" defTabSz="914400" rtl="0" eaLnBrk="1" latinLnBrk="0" hangingPunct="1">
      <a:defRPr sz="3200" kern="1200">
        <a:solidFill>
          <a:schemeClr val="tx1"/>
        </a:solidFill>
        <a:latin typeface="Helvetica" pitchFamily="2" charset="0"/>
        <a:ea typeface="ＭＳ Ｐゴシック" panose="020B0600070205080204" pitchFamily="34" charset="-128"/>
        <a:cs typeface="+mn-cs"/>
      </a:defRPr>
    </a:lvl7pPr>
    <a:lvl8pPr marL="3200400" algn="l" defTabSz="914400" rtl="0" eaLnBrk="1" latinLnBrk="0" hangingPunct="1">
      <a:defRPr sz="3200" kern="1200">
        <a:solidFill>
          <a:schemeClr val="tx1"/>
        </a:solidFill>
        <a:latin typeface="Helvetica" pitchFamily="2" charset="0"/>
        <a:ea typeface="ＭＳ Ｐゴシック" panose="020B0600070205080204" pitchFamily="34" charset="-128"/>
        <a:cs typeface="+mn-cs"/>
      </a:defRPr>
    </a:lvl8pPr>
    <a:lvl9pPr marL="3657600" algn="l" defTabSz="914400" rtl="0" eaLnBrk="1" latinLnBrk="0" hangingPunct="1">
      <a:defRPr sz="3200" kern="1200">
        <a:solidFill>
          <a:schemeClr val="tx1"/>
        </a:solidFill>
        <a:latin typeface="Helvetica" pitchFamily="2"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717" userDrawn="1">
          <p15:clr>
            <a:srgbClr val="A4A3A4"/>
          </p15:clr>
        </p15:guide>
        <p15:guide id="2" orient="horz" pos="19632" userDrawn="1">
          <p15:clr>
            <a:srgbClr val="A4A3A4"/>
          </p15:clr>
        </p15:guide>
        <p15:guide id="3" orient="horz" pos="3729" userDrawn="1">
          <p15:clr>
            <a:srgbClr val="A4A3A4"/>
          </p15:clr>
        </p15:guide>
        <p15:guide id="4" orient="horz" pos="2129" userDrawn="1">
          <p15:clr>
            <a:srgbClr val="A4A3A4"/>
          </p15:clr>
        </p15:guide>
        <p15:guide id="5" pos="6376" userDrawn="1">
          <p15:clr>
            <a:srgbClr val="A4A3A4"/>
          </p15:clr>
        </p15:guide>
        <p15:guide id="6" pos="7210" userDrawn="1">
          <p15:clr>
            <a:srgbClr val="A4A3A4"/>
          </p15:clr>
        </p15:guide>
        <p15:guide id="7" pos="13124" userDrawn="1">
          <p15:clr>
            <a:srgbClr val="A4A3A4"/>
          </p15:clr>
        </p15:guide>
        <p15:guide id="8" pos="21030" userDrawn="1">
          <p15:clr>
            <a:srgbClr val="A4A3A4"/>
          </p15:clr>
        </p15:guide>
        <p15:guide id="9" pos="986" userDrawn="1">
          <p15:clr>
            <a:srgbClr val="A4A3A4"/>
          </p15:clr>
        </p15:guide>
        <p15:guide id="10" pos="13997" userDrawn="1">
          <p15:clr>
            <a:srgbClr val="A4A3A4"/>
          </p15:clr>
        </p15:guide>
        <p15:guide id="11" pos="20197" userDrawn="1">
          <p15:clr>
            <a:srgbClr val="A4A3A4"/>
          </p15:clr>
        </p15:guide>
        <p15:guide id="12" pos="2646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7623"/>
    <p:restoredTop sz="94684"/>
  </p:normalViewPr>
  <p:slideViewPr>
    <p:cSldViewPr snapToGrid="0">
      <p:cViewPr>
        <p:scale>
          <a:sx n="21" d="100"/>
          <a:sy n="21" d="100"/>
        </p:scale>
        <p:origin x="952" y="296"/>
      </p:cViewPr>
      <p:guideLst>
        <p:guide orient="horz" pos="717"/>
        <p:guide orient="horz" pos="19632"/>
        <p:guide orient="horz" pos="3729"/>
        <p:guide orient="horz" pos="2129"/>
        <p:guide pos="6376"/>
        <p:guide pos="7210"/>
        <p:guide pos="13124"/>
        <p:guide pos="21030"/>
        <p:guide pos="986"/>
        <p:guide pos="13997"/>
        <p:guide pos="20197"/>
        <p:guide pos="26461"/>
      </p:guideLst>
    </p:cSldViewPr>
  </p:slideViewPr>
  <p:outlineViewPr>
    <p:cViewPr>
      <p:scale>
        <a:sx n="33" d="100"/>
        <a:sy n="33" d="100"/>
      </p:scale>
      <p:origin x="0" y="0"/>
    </p:cViewPr>
  </p:outlineViewPr>
  <p:notesTextViewPr>
    <p:cViewPr>
      <p:scale>
        <a:sx n="50" d="100"/>
        <a:sy n="5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D8C0D72-72D0-C7FA-2B6A-C25C552CD5B2}"/>
              </a:ext>
            </a:extLst>
          </p:cNvPr>
          <p:cNvSpPr>
            <a:spLocks noGrp="1"/>
          </p:cNvSpPr>
          <p:nvPr>
            <p:ph type="hdr" sz="quarter"/>
          </p:nvPr>
        </p:nvSpPr>
        <p:spPr>
          <a:xfrm>
            <a:off x="0" y="0"/>
            <a:ext cx="14265275" cy="2560638"/>
          </a:xfrm>
          <a:prstGeom prst="rect">
            <a:avLst/>
          </a:prstGeom>
        </p:spPr>
        <p:txBody>
          <a:bodyPr vert="horz" wrap="square" lIns="91440" tIns="45720" rIns="91440" bIns="45720" numCol="1" anchor="t" anchorCtr="0" compatLnSpc="1">
            <a:prstTxWarp prst="textNoShape">
              <a:avLst/>
            </a:prstTxWarp>
          </a:bodyPr>
          <a:lstStyle>
            <a:lvl1pPr>
              <a:defRPr sz="1200">
                <a:latin typeface="Calibri"/>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6431B5C6-6EFA-3371-EB9B-AF9DEE51BFCD}"/>
              </a:ext>
            </a:extLst>
          </p:cNvPr>
          <p:cNvSpPr>
            <a:spLocks noGrp="1"/>
          </p:cNvSpPr>
          <p:nvPr>
            <p:ph type="dt" idx="1"/>
          </p:nvPr>
        </p:nvSpPr>
        <p:spPr>
          <a:xfrm>
            <a:off x="18646775" y="0"/>
            <a:ext cx="14263688" cy="2560638"/>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anose="020F0502020204030204" pitchFamily="34" charset="0"/>
              </a:defRPr>
            </a:lvl1pPr>
          </a:lstStyle>
          <a:p>
            <a:fld id="{203B6571-5685-FF42-AC9F-6A3B89B24056}" type="datetime1">
              <a:rPr lang="en-US" altLang="en-US"/>
              <a:pPr/>
              <a:t>3/23/26</a:t>
            </a:fld>
            <a:endParaRPr lang="en-US" altLang="en-US"/>
          </a:p>
        </p:txBody>
      </p:sp>
      <p:sp>
        <p:nvSpPr>
          <p:cNvPr id="4" name="Slide Image Placeholder 3">
            <a:extLst>
              <a:ext uri="{FF2B5EF4-FFF2-40B4-BE49-F238E27FC236}">
                <a16:creationId xmlns:a16="http://schemas.microsoft.com/office/drawing/2014/main" id="{81327B8E-7D07-9EAA-3AD3-DE0F7B986695}"/>
              </a:ext>
            </a:extLst>
          </p:cNvPr>
          <p:cNvSpPr>
            <a:spLocks noGrp="1" noRot="1" noChangeAspect="1"/>
          </p:cNvSpPr>
          <p:nvPr>
            <p:ph type="sldImg" idx="2"/>
          </p:nvPr>
        </p:nvSpPr>
        <p:spPr>
          <a:xfrm>
            <a:off x="3657600" y="3840163"/>
            <a:ext cx="25603200" cy="19202400"/>
          </a:xfrm>
          <a:prstGeom prst="rect">
            <a:avLst/>
          </a:prstGeom>
          <a:noFill/>
          <a:ln w="12700">
            <a:solidFill>
              <a:prstClr val="black"/>
            </a:solidFill>
          </a:ln>
        </p:spPr>
        <p:txBody>
          <a:bodyPr vert="horz" wrap="square" lIns="91440" tIns="45720" rIns="91440" bIns="45720" numCol="1" anchor="ctr" anchorCtr="0" compatLnSpc="1">
            <a:prstTxWarp prst="textNoShape">
              <a:avLst/>
            </a:prstTxWarp>
          </a:bodyPr>
          <a:lstStyle/>
          <a:p>
            <a:pPr lvl="0"/>
            <a:endParaRPr lang="en-US" noProof="0"/>
          </a:p>
        </p:txBody>
      </p:sp>
      <p:sp>
        <p:nvSpPr>
          <p:cNvPr id="5" name="Notes Placeholder 4">
            <a:extLst>
              <a:ext uri="{FF2B5EF4-FFF2-40B4-BE49-F238E27FC236}">
                <a16:creationId xmlns:a16="http://schemas.microsoft.com/office/drawing/2014/main" id="{3A2BFB6D-B82B-1191-8070-0AAF923BF3B1}"/>
              </a:ext>
            </a:extLst>
          </p:cNvPr>
          <p:cNvSpPr>
            <a:spLocks noGrp="1"/>
          </p:cNvSpPr>
          <p:nvPr>
            <p:ph type="body" sz="quarter" idx="3"/>
          </p:nvPr>
        </p:nvSpPr>
        <p:spPr>
          <a:xfrm>
            <a:off x="3292475" y="24323675"/>
            <a:ext cx="26333450" cy="23042563"/>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10EA5104-A559-8512-E659-00C004964031}"/>
              </a:ext>
            </a:extLst>
          </p:cNvPr>
          <p:cNvSpPr>
            <a:spLocks noGrp="1"/>
          </p:cNvSpPr>
          <p:nvPr>
            <p:ph type="ftr" sz="quarter" idx="4"/>
          </p:nvPr>
        </p:nvSpPr>
        <p:spPr>
          <a:xfrm>
            <a:off x="0" y="48637825"/>
            <a:ext cx="14265275" cy="2559050"/>
          </a:xfrm>
          <a:prstGeom prst="rect">
            <a:avLst/>
          </a:prstGeom>
        </p:spPr>
        <p:txBody>
          <a:bodyPr vert="horz" wrap="square" lIns="91440" tIns="45720" rIns="91440" bIns="45720" numCol="1" anchor="b" anchorCtr="0" compatLnSpc="1">
            <a:prstTxWarp prst="textNoShape">
              <a:avLst/>
            </a:prstTxWarp>
          </a:bodyPr>
          <a:lstStyle>
            <a:lvl1pPr>
              <a:defRPr sz="1200">
                <a:latin typeface="Calibri"/>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859C2D9D-6123-DB55-BDE0-50D491E9C52C}"/>
              </a:ext>
            </a:extLst>
          </p:cNvPr>
          <p:cNvSpPr>
            <a:spLocks noGrp="1"/>
          </p:cNvSpPr>
          <p:nvPr>
            <p:ph type="sldNum" sz="quarter" idx="5"/>
          </p:nvPr>
        </p:nvSpPr>
        <p:spPr>
          <a:xfrm>
            <a:off x="18646775" y="48637825"/>
            <a:ext cx="14263688" cy="255905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09D9797F-D218-C343-BDC8-FDDA7C890CBE}"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pitchFamily="-111" charset="-128"/>
        <a:cs typeface="ＭＳ Ｐゴシック" pitchFamily="-111" charset="-128"/>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pitchFamily="-111" charset="-128"/>
        <a:cs typeface="ＭＳ Ｐゴシック" charset="0"/>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pitchFamily="-111" charset="-128"/>
        <a:cs typeface="ＭＳ Ｐゴシック" charset="0"/>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pitchFamily="-111" charset="-128"/>
        <a:cs typeface="ＭＳ Ｐゴシック" charset="0"/>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pitchFamily="-111" charset="-128"/>
        <a:cs typeface="ＭＳ Ｐゴシック"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lide Image Placeholder 1">
            <a:extLst>
              <a:ext uri="{FF2B5EF4-FFF2-40B4-BE49-F238E27FC236}">
                <a16:creationId xmlns:a16="http://schemas.microsoft.com/office/drawing/2014/main" id="{790B6EEA-F135-62FA-22FE-FD166DF9CEBC}"/>
              </a:ext>
            </a:extLst>
          </p:cNvPr>
          <p:cNvSpPr>
            <a:spLocks noGrp="1" noRot="1" noChangeAspect="1"/>
          </p:cNvSpPr>
          <p:nvPr>
            <p:ph type="sldImg"/>
          </p:nvPr>
        </p:nvSpPr>
        <p:spPr bwMode="auto">
          <a:xfrm>
            <a:off x="3657600" y="3840163"/>
            <a:ext cx="25603200" cy="19202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2" name="Notes Placeholder 2">
            <a:extLst>
              <a:ext uri="{FF2B5EF4-FFF2-40B4-BE49-F238E27FC236}">
                <a16:creationId xmlns:a16="http://schemas.microsoft.com/office/drawing/2014/main" id="{8043F74A-8747-699C-DA94-A13A5B13685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sz="9600">
              <a:solidFill>
                <a:srgbClr val="000000"/>
              </a:solidFill>
              <a:ea typeface="ＭＳ Ｐゴシック" panose="020B0600070205080204" pitchFamily="34" charset="-128"/>
            </a:endParaRPr>
          </a:p>
        </p:txBody>
      </p:sp>
      <p:sp>
        <p:nvSpPr>
          <p:cNvPr id="15363" name="Slide Number Placeholder 3">
            <a:extLst>
              <a:ext uri="{FF2B5EF4-FFF2-40B4-BE49-F238E27FC236}">
                <a16:creationId xmlns:a16="http://schemas.microsoft.com/office/drawing/2014/main" id="{F77917DA-4C8C-673D-F846-8279B64942F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Helvetica" pitchFamily="2" charset="0"/>
                <a:ea typeface="ＭＳ Ｐゴシック" panose="020B0600070205080204" pitchFamily="34" charset="-128"/>
              </a:defRPr>
            </a:lvl1pPr>
            <a:lvl2pPr marL="742950" indent="-285750" eaLnBrk="0" hangingPunct="0">
              <a:defRPr sz="3200">
                <a:solidFill>
                  <a:schemeClr val="tx1"/>
                </a:solidFill>
                <a:latin typeface="Helvetica" pitchFamily="2" charset="0"/>
                <a:ea typeface="ＭＳ Ｐゴシック" panose="020B0600070205080204" pitchFamily="34" charset="-128"/>
              </a:defRPr>
            </a:lvl2pPr>
            <a:lvl3pPr marL="1143000" indent="-228600" eaLnBrk="0" hangingPunct="0">
              <a:defRPr sz="3200">
                <a:solidFill>
                  <a:schemeClr val="tx1"/>
                </a:solidFill>
                <a:latin typeface="Helvetica" pitchFamily="2" charset="0"/>
                <a:ea typeface="ＭＳ Ｐゴシック" panose="020B0600070205080204" pitchFamily="34" charset="-128"/>
              </a:defRPr>
            </a:lvl3pPr>
            <a:lvl4pPr marL="1600200" indent="-228600" eaLnBrk="0" hangingPunct="0">
              <a:defRPr sz="3200">
                <a:solidFill>
                  <a:schemeClr val="tx1"/>
                </a:solidFill>
                <a:latin typeface="Helvetica" pitchFamily="2" charset="0"/>
                <a:ea typeface="ＭＳ Ｐゴシック" panose="020B0600070205080204" pitchFamily="34" charset="-128"/>
              </a:defRPr>
            </a:lvl4pPr>
            <a:lvl5pPr marL="2057400" indent="-228600" eaLnBrk="0" hangingPunct="0">
              <a:defRPr sz="3200">
                <a:solidFill>
                  <a:schemeClr val="tx1"/>
                </a:solidFill>
                <a:latin typeface="Helvetica" pitchFamily="2" charset="0"/>
                <a:ea typeface="ＭＳ Ｐゴシック" panose="020B0600070205080204" pitchFamily="34" charset="-128"/>
              </a:defRPr>
            </a:lvl5pPr>
            <a:lvl6pPr marL="25146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6pPr>
            <a:lvl7pPr marL="29718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7pPr>
            <a:lvl8pPr marL="34290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8pPr>
            <a:lvl9pPr marL="38862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9pPr>
          </a:lstStyle>
          <a:p>
            <a:pPr eaLnBrk="1" hangingPunct="1"/>
            <a:fld id="{880D7CD4-0828-CE4C-B5F1-292338C251E3}" type="slidenum">
              <a:rPr lang="en-US" altLang="en-US" sz="1200">
                <a:latin typeface="Calibri" panose="020F0502020204030204" pitchFamily="34" charset="0"/>
              </a:rPr>
              <a:pPr eaLnBrk="1" hangingPunct="1"/>
              <a:t>1</a:t>
            </a:fld>
            <a:endParaRPr lang="en-US" altLang="en-US" sz="1200">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570" y="10226675"/>
            <a:ext cx="37308064" cy="7054850"/>
          </a:xfrm>
        </p:spPr>
        <p:txBody>
          <a:bodyPr/>
          <a:lstStyle/>
          <a:p>
            <a:r>
              <a:rPr lang="en-US"/>
              <a:t>Click to edit Master title style</a:t>
            </a:r>
          </a:p>
        </p:txBody>
      </p:sp>
      <p:sp>
        <p:nvSpPr>
          <p:cNvPr id="3" name="Subtitle 2"/>
          <p:cNvSpPr>
            <a:spLocks noGrp="1"/>
          </p:cNvSpPr>
          <p:nvPr>
            <p:ph type="subTitle" idx="1"/>
          </p:nvPr>
        </p:nvSpPr>
        <p:spPr>
          <a:xfrm>
            <a:off x="6583136" y="18653126"/>
            <a:ext cx="30724929" cy="8413750"/>
          </a:xfrm>
        </p:spPr>
        <p:txBody>
          <a:bodyPr/>
          <a:lstStyle>
            <a:lvl1pPr marL="0" indent="0" algn="ctr">
              <a:buNone/>
              <a:defRPr/>
            </a:lvl1pPr>
            <a:lvl2pPr marL="470276" indent="0" algn="ctr">
              <a:buNone/>
              <a:defRPr/>
            </a:lvl2pPr>
            <a:lvl3pPr marL="940552" indent="0" algn="ctr">
              <a:buNone/>
              <a:defRPr/>
            </a:lvl3pPr>
            <a:lvl4pPr marL="1410828" indent="0" algn="ctr">
              <a:buNone/>
              <a:defRPr/>
            </a:lvl4pPr>
            <a:lvl5pPr marL="1881104" indent="0" algn="ctr">
              <a:buNone/>
              <a:defRPr/>
            </a:lvl5pPr>
            <a:lvl6pPr marL="2351380" indent="0" algn="ctr">
              <a:buNone/>
              <a:defRPr/>
            </a:lvl6pPr>
            <a:lvl7pPr marL="2821656" indent="0" algn="ctr">
              <a:buNone/>
              <a:defRPr/>
            </a:lvl7pPr>
            <a:lvl8pPr marL="3291931" indent="0" algn="ctr">
              <a:buNone/>
              <a:defRPr/>
            </a:lvl8pPr>
            <a:lvl9pPr marL="3762207"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130B4E88-90E3-12EC-E98E-ED28A6B5AD4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074C174C-2080-703E-F864-C87661D3947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CA6D814-DCB6-5F82-C8D3-5AA17A2621FD}"/>
              </a:ext>
            </a:extLst>
          </p:cNvPr>
          <p:cNvSpPr>
            <a:spLocks noGrp="1" noChangeArrowheads="1"/>
          </p:cNvSpPr>
          <p:nvPr>
            <p:ph type="sldNum" sz="quarter" idx="12"/>
          </p:nvPr>
        </p:nvSpPr>
        <p:spPr>
          <a:ln/>
        </p:spPr>
        <p:txBody>
          <a:bodyPr/>
          <a:lstStyle>
            <a:lvl1pPr>
              <a:defRPr/>
            </a:lvl1pPr>
          </a:lstStyle>
          <a:p>
            <a:fld id="{B3F34CAB-5630-0841-A21B-414B8F5D4A07}" type="slidenum">
              <a:rPr lang="en-US" altLang="en-US"/>
              <a:pPr/>
              <a:t>‹#›</a:t>
            </a:fld>
            <a:endParaRPr lang="en-US" altLang="en-US"/>
          </a:p>
        </p:txBody>
      </p:sp>
    </p:spTree>
    <p:extLst>
      <p:ext uri="{BB962C8B-B14F-4D97-AF65-F5344CB8AC3E}">
        <p14:creationId xmlns:p14="http://schemas.microsoft.com/office/powerpoint/2010/main" val="4048495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262085F-5146-E7AF-C1E6-4D78C53B650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B2432ED-784C-7262-D71D-24C7B276724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CEF8251-894A-3597-E918-49A4DCFC5843}"/>
              </a:ext>
            </a:extLst>
          </p:cNvPr>
          <p:cNvSpPr>
            <a:spLocks noGrp="1" noChangeArrowheads="1"/>
          </p:cNvSpPr>
          <p:nvPr>
            <p:ph type="sldNum" sz="quarter" idx="12"/>
          </p:nvPr>
        </p:nvSpPr>
        <p:spPr>
          <a:ln/>
        </p:spPr>
        <p:txBody>
          <a:bodyPr/>
          <a:lstStyle>
            <a:lvl1pPr>
              <a:defRPr/>
            </a:lvl1pPr>
          </a:lstStyle>
          <a:p>
            <a:fld id="{80B384FD-77B6-4F40-99BE-DD276EE63877}" type="slidenum">
              <a:rPr lang="en-US" altLang="en-US"/>
              <a:pPr/>
              <a:t>‹#›</a:t>
            </a:fld>
            <a:endParaRPr lang="en-US" altLang="en-US"/>
          </a:p>
        </p:txBody>
      </p:sp>
    </p:spTree>
    <p:extLst>
      <p:ext uri="{BB962C8B-B14F-4D97-AF65-F5344CB8AC3E}">
        <p14:creationId xmlns:p14="http://schemas.microsoft.com/office/powerpoint/2010/main" val="1620579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1" y="21153439"/>
            <a:ext cx="37308064" cy="6537325"/>
          </a:xfrm>
        </p:spPr>
        <p:txBody>
          <a:bodyPr anchor="t"/>
          <a:lstStyle>
            <a:lvl1pPr algn="l">
              <a:defRPr sz="4114" b="1" cap="all"/>
            </a:lvl1pPr>
          </a:lstStyle>
          <a:p>
            <a:r>
              <a:rPr lang="en-US"/>
              <a:t>Click to edit Master title style</a:t>
            </a:r>
          </a:p>
        </p:txBody>
      </p:sp>
      <p:sp>
        <p:nvSpPr>
          <p:cNvPr id="3" name="Text Placeholder 2"/>
          <p:cNvSpPr>
            <a:spLocks noGrp="1"/>
          </p:cNvSpPr>
          <p:nvPr>
            <p:ph type="body" idx="1"/>
          </p:nvPr>
        </p:nvSpPr>
        <p:spPr>
          <a:xfrm>
            <a:off x="3467101" y="13952539"/>
            <a:ext cx="37308064" cy="7200900"/>
          </a:xfrm>
        </p:spPr>
        <p:txBody>
          <a:bodyPr anchor="b"/>
          <a:lstStyle>
            <a:lvl1pPr marL="0" indent="0">
              <a:buNone/>
              <a:defRPr sz="2057"/>
            </a:lvl1pPr>
            <a:lvl2pPr marL="470276" indent="0">
              <a:buNone/>
              <a:defRPr sz="1851"/>
            </a:lvl2pPr>
            <a:lvl3pPr marL="940552" indent="0">
              <a:buNone/>
              <a:defRPr sz="1646"/>
            </a:lvl3pPr>
            <a:lvl4pPr marL="1410828" indent="0">
              <a:buNone/>
              <a:defRPr sz="1440"/>
            </a:lvl4pPr>
            <a:lvl5pPr marL="1881104" indent="0">
              <a:buNone/>
              <a:defRPr sz="1440"/>
            </a:lvl5pPr>
            <a:lvl6pPr marL="2351380" indent="0">
              <a:buNone/>
              <a:defRPr sz="1440"/>
            </a:lvl6pPr>
            <a:lvl7pPr marL="2821656" indent="0">
              <a:buNone/>
              <a:defRPr sz="1440"/>
            </a:lvl7pPr>
            <a:lvl8pPr marL="3291931" indent="0">
              <a:buNone/>
              <a:defRPr sz="1440"/>
            </a:lvl8pPr>
            <a:lvl9pPr marL="3762207" indent="0">
              <a:buNone/>
              <a:defRPr sz="1440"/>
            </a:lvl9pPr>
          </a:lstStyle>
          <a:p>
            <a:pPr lvl="0"/>
            <a:r>
              <a:rPr lang="en-US"/>
              <a:t>Click to edit Master text styles</a:t>
            </a:r>
          </a:p>
        </p:txBody>
      </p:sp>
      <p:sp>
        <p:nvSpPr>
          <p:cNvPr id="4" name="Rectangle 4">
            <a:extLst>
              <a:ext uri="{FF2B5EF4-FFF2-40B4-BE49-F238E27FC236}">
                <a16:creationId xmlns:a16="http://schemas.microsoft.com/office/drawing/2014/main" id="{0B9F4EFC-499C-ABF3-8296-2BB187B1147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AC2ED87-604A-4385-2921-B3F5D3ECFCF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0CB9D70-F41A-71F6-8594-166D2551671B}"/>
              </a:ext>
            </a:extLst>
          </p:cNvPr>
          <p:cNvSpPr>
            <a:spLocks noGrp="1" noChangeArrowheads="1"/>
          </p:cNvSpPr>
          <p:nvPr>
            <p:ph type="sldNum" sz="quarter" idx="12"/>
          </p:nvPr>
        </p:nvSpPr>
        <p:spPr>
          <a:ln/>
        </p:spPr>
        <p:txBody>
          <a:bodyPr/>
          <a:lstStyle>
            <a:lvl1pPr>
              <a:defRPr/>
            </a:lvl1pPr>
          </a:lstStyle>
          <a:p>
            <a:fld id="{8CB0BBBE-3B5D-9244-9939-EAEE3CE40CEC}" type="slidenum">
              <a:rPr lang="en-US" altLang="en-US"/>
              <a:pPr/>
              <a:t>‹#›</a:t>
            </a:fld>
            <a:endParaRPr lang="en-US" altLang="en-US"/>
          </a:p>
        </p:txBody>
      </p:sp>
    </p:spTree>
    <p:extLst>
      <p:ext uri="{BB962C8B-B14F-4D97-AF65-F5344CB8AC3E}">
        <p14:creationId xmlns:p14="http://schemas.microsoft.com/office/powerpoint/2010/main" val="2046038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291570" y="9510714"/>
            <a:ext cx="18588717" cy="19750087"/>
          </a:xfrm>
        </p:spPr>
        <p:txBody>
          <a:bodyPr/>
          <a:lstStyle>
            <a:lvl1pPr>
              <a:defRPr sz="2880"/>
            </a:lvl1pPr>
            <a:lvl2pPr>
              <a:defRPr sz="2469"/>
            </a:lvl2pPr>
            <a:lvl3pPr>
              <a:defRPr sz="2057"/>
            </a:lvl3pPr>
            <a:lvl4pPr>
              <a:defRPr sz="1851"/>
            </a:lvl4pPr>
            <a:lvl5pPr>
              <a:defRPr sz="1851"/>
            </a:lvl5pPr>
            <a:lvl6pPr>
              <a:defRPr sz="1851"/>
            </a:lvl6pPr>
            <a:lvl7pPr>
              <a:defRPr sz="1851"/>
            </a:lvl7pPr>
            <a:lvl8pPr>
              <a:defRPr sz="1851"/>
            </a:lvl8pPr>
            <a:lvl9pPr>
              <a:defRPr sz="185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10914" y="9510714"/>
            <a:ext cx="18588718" cy="19750087"/>
          </a:xfrm>
        </p:spPr>
        <p:txBody>
          <a:bodyPr/>
          <a:lstStyle>
            <a:lvl1pPr>
              <a:defRPr sz="2880"/>
            </a:lvl1pPr>
            <a:lvl2pPr>
              <a:defRPr sz="2469"/>
            </a:lvl2pPr>
            <a:lvl3pPr>
              <a:defRPr sz="2057"/>
            </a:lvl3pPr>
            <a:lvl4pPr>
              <a:defRPr sz="1851"/>
            </a:lvl4pPr>
            <a:lvl5pPr>
              <a:defRPr sz="1851"/>
            </a:lvl5pPr>
            <a:lvl6pPr>
              <a:defRPr sz="1851"/>
            </a:lvl6pPr>
            <a:lvl7pPr>
              <a:defRPr sz="1851"/>
            </a:lvl7pPr>
            <a:lvl8pPr>
              <a:defRPr sz="1851"/>
            </a:lvl8pPr>
            <a:lvl9pPr>
              <a:defRPr sz="185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C858D761-6148-C0C7-9F5E-F6AD65D9750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CD06EA92-5F61-B937-1B25-D59A0F0355D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D6D7D3AA-7C7B-9799-0234-7D7704BA6847}"/>
              </a:ext>
            </a:extLst>
          </p:cNvPr>
          <p:cNvSpPr>
            <a:spLocks noGrp="1" noChangeArrowheads="1"/>
          </p:cNvSpPr>
          <p:nvPr>
            <p:ph type="sldNum" sz="quarter" idx="12"/>
          </p:nvPr>
        </p:nvSpPr>
        <p:spPr>
          <a:ln/>
        </p:spPr>
        <p:txBody>
          <a:bodyPr/>
          <a:lstStyle>
            <a:lvl1pPr>
              <a:defRPr/>
            </a:lvl1pPr>
          </a:lstStyle>
          <a:p>
            <a:fld id="{B19D8FE1-4FAC-E145-A773-62B6ED643DC6}" type="slidenum">
              <a:rPr lang="en-US" altLang="en-US"/>
              <a:pPr/>
              <a:t>‹#›</a:t>
            </a:fld>
            <a:endParaRPr lang="en-US" altLang="en-US"/>
          </a:p>
        </p:txBody>
      </p:sp>
    </p:spTree>
    <p:extLst>
      <p:ext uri="{BB962C8B-B14F-4D97-AF65-F5344CB8AC3E}">
        <p14:creationId xmlns:p14="http://schemas.microsoft.com/office/powerpoint/2010/main" val="4252169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4834" y="1317625"/>
            <a:ext cx="39501536"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4833" y="7369176"/>
            <a:ext cx="19392900" cy="3070225"/>
          </a:xfrm>
        </p:spPr>
        <p:txBody>
          <a:bodyPr anchor="b"/>
          <a:lstStyle>
            <a:lvl1pPr marL="0" indent="0">
              <a:buNone/>
              <a:defRPr sz="2469" b="1"/>
            </a:lvl1pPr>
            <a:lvl2pPr marL="470276" indent="0">
              <a:buNone/>
              <a:defRPr sz="2057" b="1"/>
            </a:lvl2pPr>
            <a:lvl3pPr marL="940552" indent="0">
              <a:buNone/>
              <a:defRPr sz="1851" b="1"/>
            </a:lvl3pPr>
            <a:lvl4pPr marL="1410828" indent="0">
              <a:buNone/>
              <a:defRPr sz="1646" b="1"/>
            </a:lvl4pPr>
            <a:lvl5pPr marL="1881104" indent="0">
              <a:buNone/>
              <a:defRPr sz="1646" b="1"/>
            </a:lvl5pPr>
            <a:lvl6pPr marL="2351380" indent="0">
              <a:buNone/>
              <a:defRPr sz="1646" b="1"/>
            </a:lvl6pPr>
            <a:lvl7pPr marL="2821656" indent="0">
              <a:buNone/>
              <a:defRPr sz="1646" b="1"/>
            </a:lvl7pPr>
            <a:lvl8pPr marL="3291931" indent="0">
              <a:buNone/>
              <a:defRPr sz="1646" b="1"/>
            </a:lvl8pPr>
            <a:lvl9pPr marL="3762207" indent="0">
              <a:buNone/>
              <a:defRPr sz="1646" b="1"/>
            </a:lvl9pPr>
          </a:lstStyle>
          <a:p>
            <a:pPr lvl="0"/>
            <a:r>
              <a:rPr lang="en-US"/>
              <a:t>Click to edit Master text styles</a:t>
            </a:r>
          </a:p>
        </p:txBody>
      </p:sp>
      <p:sp>
        <p:nvSpPr>
          <p:cNvPr id="4" name="Content Placeholder 3"/>
          <p:cNvSpPr>
            <a:spLocks noGrp="1"/>
          </p:cNvSpPr>
          <p:nvPr>
            <p:ph sz="half" idx="2"/>
          </p:nvPr>
        </p:nvSpPr>
        <p:spPr>
          <a:xfrm>
            <a:off x="2194833" y="10439401"/>
            <a:ext cx="19392900" cy="18965863"/>
          </a:xfrm>
        </p:spPr>
        <p:txBody>
          <a:bodyPr/>
          <a:lstStyle>
            <a:lvl1pPr>
              <a:defRPr sz="2469"/>
            </a:lvl1pPr>
            <a:lvl2pPr>
              <a:defRPr sz="2057"/>
            </a:lvl2pPr>
            <a:lvl3pPr>
              <a:defRPr sz="1851"/>
            </a:lvl3pPr>
            <a:lvl4pPr>
              <a:defRPr sz="1646"/>
            </a:lvl4pPr>
            <a:lvl5pPr>
              <a:defRPr sz="1646"/>
            </a:lvl5pPr>
            <a:lvl6pPr>
              <a:defRPr sz="1646"/>
            </a:lvl6pPr>
            <a:lvl7pPr>
              <a:defRPr sz="1646"/>
            </a:lvl7pPr>
            <a:lvl8pPr>
              <a:defRPr sz="1646"/>
            </a:lvl8pPr>
            <a:lvl9pPr>
              <a:defRPr sz="164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664" y="7369176"/>
            <a:ext cx="19399704" cy="3070225"/>
          </a:xfrm>
        </p:spPr>
        <p:txBody>
          <a:bodyPr anchor="b"/>
          <a:lstStyle>
            <a:lvl1pPr marL="0" indent="0">
              <a:buNone/>
              <a:defRPr sz="2469" b="1"/>
            </a:lvl1pPr>
            <a:lvl2pPr marL="470276" indent="0">
              <a:buNone/>
              <a:defRPr sz="2057" b="1"/>
            </a:lvl2pPr>
            <a:lvl3pPr marL="940552" indent="0">
              <a:buNone/>
              <a:defRPr sz="1851" b="1"/>
            </a:lvl3pPr>
            <a:lvl4pPr marL="1410828" indent="0">
              <a:buNone/>
              <a:defRPr sz="1646" b="1"/>
            </a:lvl4pPr>
            <a:lvl5pPr marL="1881104" indent="0">
              <a:buNone/>
              <a:defRPr sz="1646" b="1"/>
            </a:lvl5pPr>
            <a:lvl6pPr marL="2351380" indent="0">
              <a:buNone/>
              <a:defRPr sz="1646" b="1"/>
            </a:lvl6pPr>
            <a:lvl7pPr marL="2821656" indent="0">
              <a:buNone/>
              <a:defRPr sz="1646" b="1"/>
            </a:lvl7pPr>
            <a:lvl8pPr marL="3291931" indent="0">
              <a:buNone/>
              <a:defRPr sz="1646" b="1"/>
            </a:lvl8pPr>
            <a:lvl9pPr marL="3762207" indent="0">
              <a:buNone/>
              <a:defRPr sz="1646" b="1"/>
            </a:lvl9pPr>
          </a:lstStyle>
          <a:p>
            <a:pPr lvl="0"/>
            <a:r>
              <a:rPr lang="en-US"/>
              <a:t>Click to edit Master text styles</a:t>
            </a:r>
          </a:p>
        </p:txBody>
      </p:sp>
      <p:sp>
        <p:nvSpPr>
          <p:cNvPr id="6" name="Content Placeholder 5"/>
          <p:cNvSpPr>
            <a:spLocks noGrp="1"/>
          </p:cNvSpPr>
          <p:nvPr>
            <p:ph sz="quarter" idx="4"/>
          </p:nvPr>
        </p:nvSpPr>
        <p:spPr>
          <a:xfrm>
            <a:off x="22296664" y="10439401"/>
            <a:ext cx="19399704" cy="18965863"/>
          </a:xfrm>
        </p:spPr>
        <p:txBody>
          <a:bodyPr/>
          <a:lstStyle>
            <a:lvl1pPr>
              <a:defRPr sz="2469"/>
            </a:lvl1pPr>
            <a:lvl2pPr>
              <a:defRPr sz="2057"/>
            </a:lvl2pPr>
            <a:lvl3pPr>
              <a:defRPr sz="1851"/>
            </a:lvl3pPr>
            <a:lvl4pPr>
              <a:defRPr sz="1646"/>
            </a:lvl4pPr>
            <a:lvl5pPr>
              <a:defRPr sz="1646"/>
            </a:lvl5pPr>
            <a:lvl6pPr>
              <a:defRPr sz="1646"/>
            </a:lvl6pPr>
            <a:lvl7pPr>
              <a:defRPr sz="1646"/>
            </a:lvl7pPr>
            <a:lvl8pPr>
              <a:defRPr sz="1646"/>
            </a:lvl8pPr>
            <a:lvl9pPr>
              <a:defRPr sz="164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57AAB56A-E3F0-9AA5-DCB5-FFF7FD55D668}"/>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A41ACF59-A67C-CB83-6E9F-42D6C291ADC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27BD2A12-2329-0ED7-AED8-A50DE848503C}"/>
              </a:ext>
            </a:extLst>
          </p:cNvPr>
          <p:cNvSpPr>
            <a:spLocks noGrp="1" noChangeArrowheads="1"/>
          </p:cNvSpPr>
          <p:nvPr>
            <p:ph type="sldNum" sz="quarter" idx="12"/>
          </p:nvPr>
        </p:nvSpPr>
        <p:spPr>
          <a:ln/>
        </p:spPr>
        <p:txBody>
          <a:bodyPr/>
          <a:lstStyle>
            <a:lvl1pPr>
              <a:defRPr/>
            </a:lvl1pPr>
          </a:lstStyle>
          <a:p>
            <a:fld id="{3D53BC1F-24D3-554B-BF95-ECDD1BDB634F}" type="slidenum">
              <a:rPr lang="en-US" altLang="en-US"/>
              <a:pPr/>
              <a:t>‹#›</a:t>
            </a:fld>
            <a:endParaRPr lang="en-US" altLang="en-US"/>
          </a:p>
        </p:txBody>
      </p:sp>
    </p:spTree>
    <p:extLst>
      <p:ext uri="{BB962C8B-B14F-4D97-AF65-F5344CB8AC3E}">
        <p14:creationId xmlns:p14="http://schemas.microsoft.com/office/powerpoint/2010/main" val="2760973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63952A4C-44EE-54F1-9FD2-02FE3CA18F01}"/>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DA31008A-C910-0BBB-2711-5759F1D690E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57A582C8-025A-BDCF-EE0B-411C2460DADD}"/>
              </a:ext>
            </a:extLst>
          </p:cNvPr>
          <p:cNvSpPr>
            <a:spLocks noGrp="1" noChangeArrowheads="1"/>
          </p:cNvSpPr>
          <p:nvPr>
            <p:ph type="sldNum" sz="quarter" idx="12"/>
          </p:nvPr>
        </p:nvSpPr>
        <p:spPr>
          <a:ln/>
        </p:spPr>
        <p:txBody>
          <a:bodyPr/>
          <a:lstStyle>
            <a:lvl1pPr>
              <a:defRPr/>
            </a:lvl1pPr>
          </a:lstStyle>
          <a:p>
            <a:fld id="{6BF58FD2-8406-924E-A04E-9A7EC58AAADE}" type="slidenum">
              <a:rPr lang="en-US" altLang="en-US"/>
              <a:pPr/>
              <a:t>‹#›</a:t>
            </a:fld>
            <a:endParaRPr lang="en-US" altLang="en-US"/>
          </a:p>
        </p:txBody>
      </p:sp>
    </p:spTree>
    <p:extLst>
      <p:ext uri="{BB962C8B-B14F-4D97-AF65-F5344CB8AC3E}">
        <p14:creationId xmlns:p14="http://schemas.microsoft.com/office/powerpoint/2010/main" val="1821296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71B4C6-164F-1A8F-0CBD-1E73A5B52183}"/>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013D01D1-D809-1965-2917-BE8E2532D38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96892A28-9198-097B-775F-754DA8980E16}"/>
              </a:ext>
            </a:extLst>
          </p:cNvPr>
          <p:cNvSpPr>
            <a:spLocks noGrp="1" noChangeArrowheads="1"/>
          </p:cNvSpPr>
          <p:nvPr>
            <p:ph type="sldNum" sz="quarter" idx="12"/>
          </p:nvPr>
        </p:nvSpPr>
        <p:spPr>
          <a:ln/>
        </p:spPr>
        <p:txBody>
          <a:bodyPr/>
          <a:lstStyle>
            <a:lvl1pPr>
              <a:defRPr/>
            </a:lvl1pPr>
          </a:lstStyle>
          <a:p>
            <a:fld id="{08B6C185-7515-3846-B5AB-018E796F2D58}" type="slidenum">
              <a:rPr lang="en-US" altLang="en-US"/>
              <a:pPr/>
              <a:t>‹#›</a:t>
            </a:fld>
            <a:endParaRPr lang="en-US" altLang="en-US"/>
          </a:p>
        </p:txBody>
      </p:sp>
    </p:spTree>
    <p:extLst>
      <p:ext uri="{BB962C8B-B14F-4D97-AF65-F5344CB8AC3E}">
        <p14:creationId xmlns:p14="http://schemas.microsoft.com/office/powerpoint/2010/main" val="1561044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833" y="1311275"/>
            <a:ext cx="14439900" cy="5576888"/>
          </a:xfrm>
        </p:spPr>
        <p:txBody>
          <a:bodyPr anchor="b"/>
          <a:lstStyle>
            <a:lvl1pPr algn="l">
              <a:defRPr sz="2057" b="1"/>
            </a:lvl1pPr>
          </a:lstStyle>
          <a:p>
            <a:r>
              <a:rPr lang="en-US"/>
              <a:t>Click to edit Master title style</a:t>
            </a:r>
          </a:p>
        </p:txBody>
      </p:sp>
      <p:sp>
        <p:nvSpPr>
          <p:cNvPr id="3" name="Content Placeholder 2"/>
          <p:cNvSpPr>
            <a:spLocks noGrp="1"/>
          </p:cNvSpPr>
          <p:nvPr>
            <p:ph idx="1"/>
          </p:nvPr>
        </p:nvSpPr>
        <p:spPr>
          <a:xfrm>
            <a:off x="17159968" y="1311276"/>
            <a:ext cx="24536400" cy="28093988"/>
          </a:xfrm>
        </p:spPr>
        <p:txBody>
          <a:bodyPr/>
          <a:lstStyle>
            <a:lvl1pPr>
              <a:defRPr sz="3292"/>
            </a:lvl1pPr>
            <a:lvl2pPr>
              <a:defRPr sz="2880"/>
            </a:lvl2pPr>
            <a:lvl3pPr>
              <a:defRPr sz="2469"/>
            </a:lvl3pPr>
            <a:lvl4pPr>
              <a:defRPr sz="2057"/>
            </a:lvl4pPr>
            <a:lvl5pPr>
              <a:defRPr sz="2057"/>
            </a:lvl5pPr>
            <a:lvl6pPr>
              <a:defRPr sz="2057"/>
            </a:lvl6pPr>
            <a:lvl7pPr>
              <a:defRPr sz="2057"/>
            </a:lvl7pPr>
            <a:lvl8pPr>
              <a:defRPr sz="2057"/>
            </a:lvl8pPr>
            <a:lvl9pPr>
              <a:defRPr sz="205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833" y="6888163"/>
            <a:ext cx="14439900" cy="22517100"/>
          </a:xfrm>
        </p:spPr>
        <p:txBody>
          <a:bodyPr/>
          <a:lstStyle>
            <a:lvl1pPr marL="0" indent="0">
              <a:buNone/>
              <a:defRPr sz="1440"/>
            </a:lvl1pPr>
            <a:lvl2pPr marL="470276" indent="0">
              <a:buNone/>
              <a:defRPr sz="1234"/>
            </a:lvl2pPr>
            <a:lvl3pPr marL="940552" indent="0">
              <a:buNone/>
              <a:defRPr sz="1029"/>
            </a:lvl3pPr>
            <a:lvl4pPr marL="1410828" indent="0">
              <a:buNone/>
              <a:defRPr sz="926"/>
            </a:lvl4pPr>
            <a:lvl5pPr marL="1881104" indent="0">
              <a:buNone/>
              <a:defRPr sz="926"/>
            </a:lvl5pPr>
            <a:lvl6pPr marL="2351380" indent="0">
              <a:buNone/>
              <a:defRPr sz="926"/>
            </a:lvl6pPr>
            <a:lvl7pPr marL="2821656" indent="0">
              <a:buNone/>
              <a:defRPr sz="926"/>
            </a:lvl7pPr>
            <a:lvl8pPr marL="3291931" indent="0">
              <a:buNone/>
              <a:defRPr sz="926"/>
            </a:lvl8pPr>
            <a:lvl9pPr marL="3762207" indent="0">
              <a:buNone/>
              <a:defRPr sz="926"/>
            </a:lvl9pPr>
          </a:lstStyle>
          <a:p>
            <a:pPr lvl="0"/>
            <a:r>
              <a:rPr lang="en-US"/>
              <a:t>Click to edit Master text styles</a:t>
            </a:r>
          </a:p>
        </p:txBody>
      </p:sp>
      <p:sp>
        <p:nvSpPr>
          <p:cNvPr id="5" name="Rectangle 4">
            <a:extLst>
              <a:ext uri="{FF2B5EF4-FFF2-40B4-BE49-F238E27FC236}">
                <a16:creationId xmlns:a16="http://schemas.microsoft.com/office/drawing/2014/main" id="{EE981B4C-C080-C48F-CF23-2894C70E5D1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B7A3C9DB-3DD8-8E82-C38D-E900E6D10AA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36035A30-8240-0CDE-DB7E-DBD325F302E5}"/>
              </a:ext>
            </a:extLst>
          </p:cNvPr>
          <p:cNvSpPr>
            <a:spLocks noGrp="1" noChangeArrowheads="1"/>
          </p:cNvSpPr>
          <p:nvPr>
            <p:ph type="sldNum" sz="quarter" idx="12"/>
          </p:nvPr>
        </p:nvSpPr>
        <p:spPr>
          <a:ln/>
        </p:spPr>
        <p:txBody>
          <a:bodyPr/>
          <a:lstStyle>
            <a:lvl1pPr>
              <a:defRPr/>
            </a:lvl1pPr>
          </a:lstStyle>
          <a:p>
            <a:fld id="{FF1A8FA2-C4BD-3048-8B39-CEC949E0A295}" type="slidenum">
              <a:rPr lang="en-US" altLang="en-US"/>
              <a:pPr/>
              <a:t>‹#›</a:t>
            </a:fld>
            <a:endParaRPr lang="en-US" altLang="en-US"/>
          </a:p>
        </p:txBody>
      </p:sp>
    </p:spTree>
    <p:extLst>
      <p:ext uri="{BB962C8B-B14F-4D97-AF65-F5344CB8AC3E}">
        <p14:creationId xmlns:p14="http://schemas.microsoft.com/office/powerpoint/2010/main" val="1806725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437" y="23042563"/>
            <a:ext cx="26335264" cy="2720975"/>
          </a:xfrm>
        </p:spPr>
        <p:txBody>
          <a:bodyPr anchor="b"/>
          <a:lstStyle>
            <a:lvl1pPr algn="l">
              <a:defRPr sz="2057" b="1"/>
            </a:lvl1pPr>
          </a:lstStyle>
          <a:p>
            <a:r>
              <a:rPr lang="en-US"/>
              <a:t>Click to edit Master title style</a:t>
            </a:r>
          </a:p>
        </p:txBody>
      </p:sp>
      <p:sp>
        <p:nvSpPr>
          <p:cNvPr id="3" name="Picture Placeholder 2"/>
          <p:cNvSpPr>
            <a:spLocks noGrp="1"/>
          </p:cNvSpPr>
          <p:nvPr>
            <p:ph type="pic" idx="1"/>
          </p:nvPr>
        </p:nvSpPr>
        <p:spPr>
          <a:xfrm>
            <a:off x="8602437" y="2941639"/>
            <a:ext cx="26335264" cy="19750087"/>
          </a:xfrm>
        </p:spPr>
        <p:txBody>
          <a:bodyPr/>
          <a:lstStyle>
            <a:lvl1pPr marL="0" indent="0">
              <a:buNone/>
              <a:defRPr sz="3292"/>
            </a:lvl1pPr>
            <a:lvl2pPr marL="470276" indent="0">
              <a:buNone/>
              <a:defRPr sz="2880"/>
            </a:lvl2pPr>
            <a:lvl3pPr marL="940552" indent="0">
              <a:buNone/>
              <a:defRPr sz="2469"/>
            </a:lvl3pPr>
            <a:lvl4pPr marL="1410828" indent="0">
              <a:buNone/>
              <a:defRPr sz="2057"/>
            </a:lvl4pPr>
            <a:lvl5pPr marL="1881104" indent="0">
              <a:buNone/>
              <a:defRPr sz="2057"/>
            </a:lvl5pPr>
            <a:lvl6pPr marL="2351380" indent="0">
              <a:buNone/>
              <a:defRPr sz="2057"/>
            </a:lvl6pPr>
            <a:lvl7pPr marL="2821656" indent="0">
              <a:buNone/>
              <a:defRPr sz="2057"/>
            </a:lvl7pPr>
            <a:lvl8pPr marL="3291931" indent="0">
              <a:buNone/>
              <a:defRPr sz="2057"/>
            </a:lvl8pPr>
            <a:lvl9pPr marL="3762207" indent="0">
              <a:buNone/>
              <a:defRPr sz="2057"/>
            </a:lvl9pPr>
          </a:lstStyle>
          <a:p>
            <a:pPr lvl="0"/>
            <a:endParaRPr lang="en-US" noProof="0"/>
          </a:p>
        </p:txBody>
      </p:sp>
      <p:sp>
        <p:nvSpPr>
          <p:cNvPr id="4" name="Text Placeholder 3"/>
          <p:cNvSpPr>
            <a:spLocks noGrp="1"/>
          </p:cNvSpPr>
          <p:nvPr>
            <p:ph type="body" sz="half" idx="2"/>
          </p:nvPr>
        </p:nvSpPr>
        <p:spPr>
          <a:xfrm>
            <a:off x="8602437" y="25763539"/>
            <a:ext cx="26335264" cy="3862387"/>
          </a:xfrm>
        </p:spPr>
        <p:txBody>
          <a:bodyPr/>
          <a:lstStyle>
            <a:lvl1pPr marL="0" indent="0">
              <a:buNone/>
              <a:defRPr sz="1440"/>
            </a:lvl1pPr>
            <a:lvl2pPr marL="470276" indent="0">
              <a:buNone/>
              <a:defRPr sz="1234"/>
            </a:lvl2pPr>
            <a:lvl3pPr marL="940552" indent="0">
              <a:buNone/>
              <a:defRPr sz="1029"/>
            </a:lvl3pPr>
            <a:lvl4pPr marL="1410828" indent="0">
              <a:buNone/>
              <a:defRPr sz="926"/>
            </a:lvl4pPr>
            <a:lvl5pPr marL="1881104" indent="0">
              <a:buNone/>
              <a:defRPr sz="926"/>
            </a:lvl5pPr>
            <a:lvl6pPr marL="2351380" indent="0">
              <a:buNone/>
              <a:defRPr sz="926"/>
            </a:lvl6pPr>
            <a:lvl7pPr marL="2821656" indent="0">
              <a:buNone/>
              <a:defRPr sz="926"/>
            </a:lvl7pPr>
            <a:lvl8pPr marL="3291931" indent="0">
              <a:buNone/>
              <a:defRPr sz="926"/>
            </a:lvl8pPr>
            <a:lvl9pPr marL="3762207" indent="0">
              <a:buNone/>
              <a:defRPr sz="926"/>
            </a:lvl9pPr>
          </a:lstStyle>
          <a:p>
            <a:pPr lvl="0"/>
            <a:r>
              <a:rPr lang="en-US"/>
              <a:t>Click to edit Master text styles</a:t>
            </a:r>
          </a:p>
        </p:txBody>
      </p:sp>
      <p:sp>
        <p:nvSpPr>
          <p:cNvPr id="5" name="Rectangle 4">
            <a:extLst>
              <a:ext uri="{FF2B5EF4-FFF2-40B4-BE49-F238E27FC236}">
                <a16:creationId xmlns:a16="http://schemas.microsoft.com/office/drawing/2014/main" id="{C9B72177-6B76-D92B-6737-0853B70F6C0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1D781782-B7F5-8BC6-8EE1-3D7BDA87032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4333A133-AAFC-7B5A-00E9-A984DF6F047D}"/>
              </a:ext>
            </a:extLst>
          </p:cNvPr>
          <p:cNvSpPr>
            <a:spLocks noGrp="1" noChangeArrowheads="1"/>
          </p:cNvSpPr>
          <p:nvPr>
            <p:ph type="sldNum" sz="quarter" idx="12"/>
          </p:nvPr>
        </p:nvSpPr>
        <p:spPr>
          <a:ln/>
        </p:spPr>
        <p:txBody>
          <a:bodyPr/>
          <a:lstStyle>
            <a:lvl1pPr>
              <a:defRPr/>
            </a:lvl1pPr>
          </a:lstStyle>
          <a:p>
            <a:fld id="{5FF1389E-AC0A-3448-AB08-21B770DEFD29}" type="slidenum">
              <a:rPr lang="en-US" altLang="en-US"/>
              <a:pPr/>
              <a:t>‹#›</a:t>
            </a:fld>
            <a:endParaRPr lang="en-US" altLang="en-US"/>
          </a:p>
        </p:txBody>
      </p:sp>
    </p:spTree>
    <p:extLst>
      <p:ext uri="{BB962C8B-B14F-4D97-AF65-F5344CB8AC3E}">
        <p14:creationId xmlns:p14="http://schemas.microsoft.com/office/powerpoint/2010/main" val="828273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240ACCA-6192-BEEC-B7E9-1A316FF9767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391D2F7A-E65D-A059-496A-13223848ED5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DF774C0-A72E-4C08-A25B-6187ECED1E87}"/>
              </a:ext>
            </a:extLst>
          </p:cNvPr>
          <p:cNvSpPr>
            <a:spLocks noGrp="1" noChangeArrowheads="1"/>
          </p:cNvSpPr>
          <p:nvPr>
            <p:ph type="sldNum" sz="quarter" idx="12"/>
          </p:nvPr>
        </p:nvSpPr>
        <p:spPr>
          <a:ln/>
        </p:spPr>
        <p:txBody>
          <a:bodyPr/>
          <a:lstStyle>
            <a:lvl1pPr>
              <a:defRPr/>
            </a:lvl1pPr>
          </a:lstStyle>
          <a:p>
            <a:fld id="{E466EF13-52DC-104A-BFCB-CD7557F9F6DF}" type="slidenum">
              <a:rPr lang="en-US" altLang="en-US"/>
              <a:pPr/>
              <a:t>‹#›</a:t>
            </a:fld>
            <a:endParaRPr lang="en-US" altLang="en-US"/>
          </a:p>
        </p:txBody>
      </p:sp>
    </p:spTree>
    <p:extLst>
      <p:ext uri="{BB962C8B-B14F-4D97-AF65-F5344CB8AC3E}">
        <p14:creationId xmlns:p14="http://schemas.microsoft.com/office/powerpoint/2010/main" val="1507870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273298" y="2925763"/>
            <a:ext cx="9326336" cy="263350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291568" y="2925763"/>
            <a:ext cx="27851100" cy="263350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D21DCF0C-3936-28DE-46E6-3F6A69335CC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4DDDE1F-C0CC-193F-B15B-3E3362615D8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4B12985-4765-9D69-92A1-BFEBD81C40E4}"/>
              </a:ext>
            </a:extLst>
          </p:cNvPr>
          <p:cNvSpPr>
            <a:spLocks noGrp="1" noChangeArrowheads="1"/>
          </p:cNvSpPr>
          <p:nvPr>
            <p:ph type="sldNum" sz="quarter" idx="12"/>
          </p:nvPr>
        </p:nvSpPr>
        <p:spPr>
          <a:ln/>
        </p:spPr>
        <p:txBody>
          <a:bodyPr/>
          <a:lstStyle>
            <a:lvl1pPr>
              <a:defRPr/>
            </a:lvl1pPr>
          </a:lstStyle>
          <a:p>
            <a:fld id="{137F2A3D-13BA-3C4D-9B26-530B8F1EAE0D}" type="slidenum">
              <a:rPr lang="en-US" altLang="en-US"/>
              <a:pPr/>
              <a:t>‹#›</a:t>
            </a:fld>
            <a:endParaRPr lang="en-US" altLang="en-US"/>
          </a:p>
        </p:txBody>
      </p:sp>
    </p:spTree>
    <p:extLst>
      <p:ext uri="{BB962C8B-B14F-4D97-AF65-F5344CB8AC3E}">
        <p14:creationId xmlns:p14="http://schemas.microsoft.com/office/powerpoint/2010/main" val="909455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8930E6D0-4AD5-2C2F-B41D-B080CEE3A7A6}"/>
              </a:ext>
            </a:extLst>
          </p:cNvPr>
          <p:cNvSpPr>
            <a:spLocks noGrp="1" noChangeArrowheads="1"/>
          </p:cNvSpPr>
          <p:nvPr>
            <p:ph type="title"/>
          </p:nvPr>
        </p:nvSpPr>
        <p:spPr bwMode="auto">
          <a:xfrm>
            <a:off x="3291569" y="2926080"/>
            <a:ext cx="37308064"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07557" tIns="203779" rIns="407557" bIns="203779"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D8503509-9B26-FD29-007D-41BC827D4ED3}"/>
              </a:ext>
            </a:extLst>
          </p:cNvPr>
          <p:cNvSpPr>
            <a:spLocks noGrp="1" noChangeArrowheads="1"/>
          </p:cNvSpPr>
          <p:nvPr>
            <p:ph type="body" idx="1"/>
          </p:nvPr>
        </p:nvSpPr>
        <p:spPr bwMode="auto">
          <a:xfrm>
            <a:off x="3291569" y="9511393"/>
            <a:ext cx="37308064" cy="19749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07557" tIns="203779" rIns="407557" bIns="203779"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4E61614A-0F98-758E-E0A5-5BA9B10F4FC4}"/>
              </a:ext>
            </a:extLst>
          </p:cNvPr>
          <p:cNvSpPr>
            <a:spLocks noGrp="1" noChangeArrowheads="1"/>
          </p:cNvSpPr>
          <p:nvPr>
            <p:ph type="dt" sz="half" idx="2"/>
          </p:nvPr>
        </p:nvSpPr>
        <p:spPr bwMode="auto">
          <a:xfrm>
            <a:off x="3291568" y="29992320"/>
            <a:ext cx="9144000" cy="2194560"/>
          </a:xfrm>
          <a:prstGeom prst="rect">
            <a:avLst/>
          </a:prstGeom>
          <a:noFill/>
          <a:ln w="9525">
            <a:noFill/>
            <a:miter lim="800000"/>
            <a:headEnd/>
            <a:tailEnd/>
          </a:ln>
          <a:effectLst/>
        </p:spPr>
        <p:txBody>
          <a:bodyPr vert="horz" wrap="square" lIns="407557" tIns="203779" rIns="407557" bIns="203779" numCol="1" anchor="t" anchorCtr="0" compatLnSpc="1">
            <a:prstTxWarp prst="textNoShape">
              <a:avLst/>
            </a:prstTxWarp>
          </a:bodyPr>
          <a:lstStyle>
            <a:lvl1pPr>
              <a:defRPr sz="6377">
                <a:latin typeface="Times New Roman" charset="0"/>
                <a:ea typeface="ＭＳ Ｐゴシック" charset="0"/>
                <a:cs typeface="ＭＳ Ｐゴシック" charset="0"/>
              </a:defRPr>
            </a:lvl1pPr>
          </a:lstStyle>
          <a:p>
            <a:pPr>
              <a:defRPr/>
            </a:pPr>
            <a:endParaRPr lang="en-US"/>
          </a:p>
        </p:txBody>
      </p:sp>
      <p:sp>
        <p:nvSpPr>
          <p:cNvPr id="1029" name="Rectangle 5">
            <a:extLst>
              <a:ext uri="{FF2B5EF4-FFF2-40B4-BE49-F238E27FC236}">
                <a16:creationId xmlns:a16="http://schemas.microsoft.com/office/drawing/2014/main" id="{8A799F7E-F40D-D848-2F89-DBBAA7E087AB}"/>
              </a:ext>
            </a:extLst>
          </p:cNvPr>
          <p:cNvSpPr>
            <a:spLocks noGrp="1" noChangeArrowheads="1"/>
          </p:cNvSpPr>
          <p:nvPr>
            <p:ph type="ftr" sz="quarter" idx="3"/>
          </p:nvPr>
        </p:nvSpPr>
        <p:spPr bwMode="auto">
          <a:xfrm>
            <a:off x="14996433" y="29992320"/>
            <a:ext cx="13898336" cy="2194560"/>
          </a:xfrm>
          <a:prstGeom prst="rect">
            <a:avLst/>
          </a:prstGeom>
          <a:noFill/>
          <a:ln w="9525">
            <a:noFill/>
            <a:miter lim="800000"/>
            <a:headEnd/>
            <a:tailEnd/>
          </a:ln>
          <a:effectLst/>
        </p:spPr>
        <p:txBody>
          <a:bodyPr vert="horz" wrap="square" lIns="407557" tIns="203779" rIns="407557" bIns="203779" numCol="1" anchor="t" anchorCtr="0" compatLnSpc="1">
            <a:prstTxWarp prst="textNoShape">
              <a:avLst/>
            </a:prstTxWarp>
          </a:bodyPr>
          <a:lstStyle>
            <a:lvl1pPr algn="ctr">
              <a:defRPr sz="6377">
                <a:latin typeface="Times New Roman" charset="0"/>
                <a:ea typeface="ＭＳ Ｐゴシック" charset="0"/>
                <a:cs typeface="ＭＳ Ｐゴシック" charset="0"/>
              </a:defRPr>
            </a:lvl1pPr>
          </a:lstStyle>
          <a:p>
            <a:pPr>
              <a:defRPr/>
            </a:pPr>
            <a:endParaRPr lang="en-US"/>
          </a:p>
        </p:txBody>
      </p:sp>
      <p:sp>
        <p:nvSpPr>
          <p:cNvPr id="1030" name="Rectangle 6">
            <a:extLst>
              <a:ext uri="{FF2B5EF4-FFF2-40B4-BE49-F238E27FC236}">
                <a16:creationId xmlns:a16="http://schemas.microsoft.com/office/drawing/2014/main" id="{9FBDD948-B8C9-C5CE-22BD-839B9232C7B8}"/>
              </a:ext>
            </a:extLst>
          </p:cNvPr>
          <p:cNvSpPr>
            <a:spLocks noGrp="1" noChangeArrowheads="1"/>
          </p:cNvSpPr>
          <p:nvPr>
            <p:ph type="sldNum" sz="quarter" idx="4"/>
          </p:nvPr>
        </p:nvSpPr>
        <p:spPr bwMode="auto">
          <a:xfrm>
            <a:off x="31455633" y="29992320"/>
            <a:ext cx="9144000" cy="2194560"/>
          </a:xfrm>
          <a:prstGeom prst="rect">
            <a:avLst/>
          </a:prstGeom>
          <a:noFill/>
          <a:ln w="9525">
            <a:noFill/>
            <a:miter lim="800000"/>
            <a:headEnd/>
            <a:tailEnd/>
          </a:ln>
          <a:effectLst/>
        </p:spPr>
        <p:txBody>
          <a:bodyPr vert="horz" wrap="square" lIns="407557" tIns="203779" rIns="407557" bIns="203779" numCol="1" anchor="t" anchorCtr="0" compatLnSpc="1">
            <a:prstTxWarp prst="textNoShape">
              <a:avLst/>
            </a:prstTxWarp>
          </a:bodyPr>
          <a:lstStyle>
            <a:lvl1pPr algn="r">
              <a:defRPr sz="6377">
                <a:latin typeface="Times New Roman" panose="02020603050405020304" pitchFamily="18" charset="0"/>
              </a:defRPr>
            </a:lvl1pPr>
          </a:lstStyle>
          <a:p>
            <a:fld id="{BB83A997-DCDF-D04D-9786-343BE75D0B23}"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191661" rtl="0" eaLnBrk="0" fontAlgn="base" hangingPunct="0">
        <a:spcBef>
          <a:spcPct val="0"/>
        </a:spcBef>
        <a:spcAft>
          <a:spcPct val="0"/>
        </a:spcAft>
        <a:defRPr sz="20161">
          <a:solidFill>
            <a:schemeClr val="tx2"/>
          </a:solidFill>
          <a:latin typeface="+mj-lt"/>
          <a:ea typeface="ＭＳ Ｐゴシック" pitchFamily="-65" charset="-128"/>
          <a:cs typeface="ＭＳ Ｐゴシック" pitchFamily="-65" charset="-128"/>
        </a:defRPr>
      </a:lvl1pPr>
      <a:lvl2pPr algn="ctr" defTabSz="4191661" rtl="0" eaLnBrk="0" fontAlgn="base" hangingPunct="0">
        <a:spcBef>
          <a:spcPct val="0"/>
        </a:spcBef>
        <a:spcAft>
          <a:spcPct val="0"/>
        </a:spcAft>
        <a:defRPr sz="20161">
          <a:solidFill>
            <a:schemeClr val="tx2"/>
          </a:solidFill>
          <a:latin typeface="Times New Roman" pitchFamily="-65" charset="0"/>
          <a:ea typeface="ＭＳ Ｐゴシック" pitchFamily="-65" charset="-128"/>
          <a:cs typeface="ＭＳ Ｐゴシック" pitchFamily="-65" charset="-128"/>
        </a:defRPr>
      </a:lvl2pPr>
      <a:lvl3pPr algn="ctr" defTabSz="4191661" rtl="0" eaLnBrk="0" fontAlgn="base" hangingPunct="0">
        <a:spcBef>
          <a:spcPct val="0"/>
        </a:spcBef>
        <a:spcAft>
          <a:spcPct val="0"/>
        </a:spcAft>
        <a:defRPr sz="20161">
          <a:solidFill>
            <a:schemeClr val="tx2"/>
          </a:solidFill>
          <a:latin typeface="Times New Roman" pitchFamily="-65" charset="0"/>
          <a:ea typeface="ＭＳ Ｐゴシック" pitchFamily="-65" charset="-128"/>
          <a:cs typeface="ＭＳ Ｐゴシック" pitchFamily="-65" charset="-128"/>
        </a:defRPr>
      </a:lvl3pPr>
      <a:lvl4pPr algn="ctr" defTabSz="4191661" rtl="0" eaLnBrk="0" fontAlgn="base" hangingPunct="0">
        <a:spcBef>
          <a:spcPct val="0"/>
        </a:spcBef>
        <a:spcAft>
          <a:spcPct val="0"/>
        </a:spcAft>
        <a:defRPr sz="20161">
          <a:solidFill>
            <a:schemeClr val="tx2"/>
          </a:solidFill>
          <a:latin typeface="Times New Roman" pitchFamily="-65" charset="0"/>
          <a:ea typeface="ＭＳ Ｐゴシック" pitchFamily="-65" charset="-128"/>
          <a:cs typeface="ＭＳ Ｐゴシック" pitchFamily="-65" charset="-128"/>
        </a:defRPr>
      </a:lvl4pPr>
      <a:lvl5pPr algn="ctr" defTabSz="4191661" rtl="0" eaLnBrk="0" fontAlgn="base" hangingPunct="0">
        <a:spcBef>
          <a:spcPct val="0"/>
        </a:spcBef>
        <a:spcAft>
          <a:spcPct val="0"/>
        </a:spcAft>
        <a:defRPr sz="20161">
          <a:solidFill>
            <a:schemeClr val="tx2"/>
          </a:solidFill>
          <a:latin typeface="Times New Roman" pitchFamily="-65" charset="0"/>
          <a:ea typeface="ＭＳ Ｐゴシック" pitchFamily="-65" charset="-128"/>
          <a:cs typeface="ＭＳ Ｐゴシック" pitchFamily="-65" charset="-128"/>
        </a:defRPr>
      </a:lvl5pPr>
      <a:lvl6pPr marL="470276" algn="ctr" defTabSz="4191661" rtl="0" fontAlgn="base">
        <a:spcBef>
          <a:spcPct val="0"/>
        </a:spcBef>
        <a:spcAft>
          <a:spcPct val="0"/>
        </a:spcAft>
        <a:defRPr sz="20161">
          <a:solidFill>
            <a:schemeClr val="tx2"/>
          </a:solidFill>
          <a:latin typeface="Times New Roman" pitchFamily="-65" charset="0"/>
        </a:defRPr>
      </a:lvl6pPr>
      <a:lvl7pPr marL="940552" algn="ctr" defTabSz="4191661" rtl="0" fontAlgn="base">
        <a:spcBef>
          <a:spcPct val="0"/>
        </a:spcBef>
        <a:spcAft>
          <a:spcPct val="0"/>
        </a:spcAft>
        <a:defRPr sz="20161">
          <a:solidFill>
            <a:schemeClr val="tx2"/>
          </a:solidFill>
          <a:latin typeface="Times New Roman" pitchFamily="-65" charset="0"/>
        </a:defRPr>
      </a:lvl7pPr>
      <a:lvl8pPr marL="1410828" algn="ctr" defTabSz="4191661" rtl="0" fontAlgn="base">
        <a:spcBef>
          <a:spcPct val="0"/>
        </a:spcBef>
        <a:spcAft>
          <a:spcPct val="0"/>
        </a:spcAft>
        <a:defRPr sz="20161">
          <a:solidFill>
            <a:schemeClr val="tx2"/>
          </a:solidFill>
          <a:latin typeface="Times New Roman" pitchFamily="-65" charset="0"/>
        </a:defRPr>
      </a:lvl8pPr>
      <a:lvl9pPr marL="1881104" algn="ctr" defTabSz="4191661" rtl="0" fontAlgn="base">
        <a:spcBef>
          <a:spcPct val="0"/>
        </a:spcBef>
        <a:spcAft>
          <a:spcPct val="0"/>
        </a:spcAft>
        <a:defRPr sz="20161">
          <a:solidFill>
            <a:schemeClr val="tx2"/>
          </a:solidFill>
          <a:latin typeface="Times New Roman" pitchFamily="-65" charset="0"/>
        </a:defRPr>
      </a:lvl9pPr>
    </p:titleStyle>
    <p:bodyStyle>
      <a:lvl1pPr marL="1572486" indent="-1572486" algn="l" defTabSz="4191661" rtl="0" eaLnBrk="0" fontAlgn="base" hangingPunct="0">
        <a:spcBef>
          <a:spcPct val="20000"/>
        </a:spcBef>
        <a:spcAft>
          <a:spcPct val="0"/>
        </a:spcAft>
        <a:buChar char="•"/>
        <a:defRPr sz="14709">
          <a:solidFill>
            <a:schemeClr val="tx1"/>
          </a:solidFill>
          <a:latin typeface="+mn-lt"/>
          <a:ea typeface="ＭＳ Ｐゴシック" pitchFamily="-65" charset="-128"/>
          <a:cs typeface="ＭＳ Ｐゴシック" pitchFamily="-65" charset="-128"/>
        </a:defRPr>
      </a:lvl1pPr>
      <a:lvl2pPr marL="3406235" indent="-1309588" algn="l" defTabSz="4191661" rtl="0" eaLnBrk="0" fontAlgn="base" hangingPunct="0">
        <a:spcBef>
          <a:spcPct val="20000"/>
        </a:spcBef>
        <a:spcAft>
          <a:spcPct val="0"/>
        </a:spcAft>
        <a:buChar char="–"/>
        <a:defRPr sz="12857">
          <a:solidFill>
            <a:schemeClr val="tx1"/>
          </a:solidFill>
          <a:latin typeface="+mn-lt"/>
          <a:ea typeface="ＭＳ Ｐゴシック" pitchFamily="-65" charset="-128"/>
          <a:cs typeface="ＭＳ Ｐゴシック" charset="0"/>
        </a:defRPr>
      </a:lvl2pPr>
      <a:lvl3pPr marL="5239985" indent="-1048323" algn="l" defTabSz="4191661" rtl="0" eaLnBrk="0" fontAlgn="base" hangingPunct="0">
        <a:spcBef>
          <a:spcPct val="20000"/>
        </a:spcBef>
        <a:spcAft>
          <a:spcPct val="0"/>
        </a:spcAft>
        <a:buChar char="•"/>
        <a:defRPr sz="11006">
          <a:solidFill>
            <a:schemeClr val="tx1"/>
          </a:solidFill>
          <a:latin typeface="+mn-lt"/>
          <a:ea typeface="ＭＳ Ｐゴシック" pitchFamily="-65" charset="-128"/>
          <a:cs typeface="ＭＳ Ｐゴシック" charset="0"/>
        </a:defRPr>
      </a:lvl3pPr>
      <a:lvl4pPr marL="7336631" indent="-1048323" algn="l" defTabSz="4191661" rtl="0" eaLnBrk="0" fontAlgn="base" hangingPunct="0">
        <a:spcBef>
          <a:spcPct val="20000"/>
        </a:spcBef>
        <a:spcAft>
          <a:spcPct val="0"/>
        </a:spcAft>
        <a:buChar char="–"/>
        <a:defRPr sz="9155">
          <a:solidFill>
            <a:schemeClr val="tx1"/>
          </a:solidFill>
          <a:latin typeface="+mn-lt"/>
          <a:ea typeface="ＭＳ Ｐゴシック" pitchFamily="-65" charset="-128"/>
          <a:cs typeface="ＭＳ Ｐゴシック" charset="0"/>
        </a:defRPr>
      </a:lvl4pPr>
      <a:lvl5pPr marL="9431645" indent="-1046691" algn="l" defTabSz="4191661" rtl="0" eaLnBrk="0" fontAlgn="base" hangingPunct="0">
        <a:spcBef>
          <a:spcPct val="20000"/>
        </a:spcBef>
        <a:spcAft>
          <a:spcPct val="0"/>
        </a:spcAft>
        <a:buChar char="»"/>
        <a:defRPr sz="9155">
          <a:solidFill>
            <a:schemeClr val="tx1"/>
          </a:solidFill>
          <a:latin typeface="+mn-lt"/>
          <a:ea typeface="ＭＳ Ｐゴシック" pitchFamily="-65" charset="-128"/>
          <a:cs typeface="ＭＳ Ｐゴシック" charset="0"/>
        </a:defRPr>
      </a:lvl5pPr>
      <a:lvl6pPr marL="9901921" indent="-1046691" algn="l" defTabSz="4191661" rtl="0" fontAlgn="base">
        <a:spcBef>
          <a:spcPct val="20000"/>
        </a:spcBef>
        <a:spcAft>
          <a:spcPct val="0"/>
        </a:spcAft>
        <a:buChar char="»"/>
        <a:defRPr sz="9155">
          <a:solidFill>
            <a:schemeClr val="tx1"/>
          </a:solidFill>
          <a:latin typeface="+mn-lt"/>
          <a:ea typeface="ＭＳ Ｐゴシック" pitchFamily="-65" charset="-128"/>
        </a:defRPr>
      </a:lvl6pPr>
      <a:lvl7pPr marL="10372197" indent="-1046691" algn="l" defTabSz="4191661" rtl="0" fontAlgn="base">
        <a:spcBef>
          <a:spcPct val="20000"/>
        </a:spcBef>
        <a:spcAft>
          <a:spcPct val="0"/>
        </a:spcAft>
        <a:buChar char="»"/>
        <a:defRPr sz="9155">
          <a:solidFill>
            <a:schemeClr val="tx1"/>
          </a:solidFill>
          <a:latin typeface="+mn-lt"/>
          <a:ea typeface="ＭＳ Ｐゴシック" pitchFamily="-65" charset="-128"/>
        </a:defRPr>
      </a:lvl7pPr>
      <a:lvl8pPr marL="10842473" indent="-1046691" algn="l" defTabSz="4191661" rtl="0" fontAlgn="base">
        <a:spcBef>
          <a:spcPct val="20000"/>
        </a:spcBef>
        <a:spcAft>
          <a:spcPct val="0"/>
        </a:spcAft>
        <a:buChar char="»"/>
        <a:defRPr sz="9155">
          <a:solidFill>
            <a:schemeClr val="tx1"/>
          </a:solidFill>
          <a:latin typeface="+mn-lt"/>
          <a:ea typeface="ＭＳ Ｐゴシック" pitchFamily="-65" charset="-128"/>
        </a:defRPr>
      </a:lvl8pPr>
      <a:lvl9pPr marL="11312749" indent="-1046691" algn="l" defTabSz="4191661" rtl="0" fontAlgn="base">
        <a:spcBef>
          <a:spcPct val="20000"/>
        </a:spcBef>
        <a:spcAft>
          <a:spcPct val="0"/>
        </a:spcAft>
        <a:buChar char="»"/>
        <a:defRPr sz="9155">
          <a:solidFill>
            <a:schemeClr val="tx1"/>
          </a:solidFill>
          <a:latin typeface="+mn-lt"/>
          <a:ea typeface="ＭＳ Ｐゴシック" pitchFamily="-65" charset="-128"/>
        </a:defRPr>
      </a:lvl9pPr>
    </p:bodyStyle>
    <p:otherStyle>
      <a:defPPr>
        <a:defRPr lang="en-US"/>
      </a:defPPr>
      <a:lvl1pPr marL="0" algn="l" defTabSz="470276" rtl="0" eaLnBrk="1" latinLnBrk="0" hangingPunct="1">
        <a:defRPr sz="1851" kern="1200">
          <a:solidFill>
            <a:schemeClr val="tx1"/>
          </a:solidFill>
          <a:latin typeface="+mn-lt"/>
          <a:ea typeface="+mn-ea"/>
          <a:cs typeface="+mn-cs"/>
        </a:defRPr>
      </a:lvl1pPr>
      <a:lvl2pPr marL="470276" algn="l" defTabSz="470276" rtl="0" eaLnBrk="1" latinLnBrk="0" hangingPunct="1">
        <a:defRPr sz="1851" kern="1200">
          <a:solidFill>
            <a:schemeClr val="tx1"/>
          </a:solidFill>
          <a:latin typeface="+mn-lt"/>
          <a:ea typeface="+mn-ea"/>
          <a:cs typeface="+mn-cs"/>
        </a:defRPr>
      </a:lvl2pPr>
      <a:lvl3pPr marL="940552" algn="l" defTabSz="470276" rtl="0" eaLnBrk="1" latinLnBrk="0" hangingPunct="1">
        <a:defRPr sz="1851" kern="1200">
          <a:solidFill>
            <a:schemeClr val="tx1"/>
          </a:solidFill>
          <a:latin typeface="+mn-lt"/>
          <a:ea typeface="+mn-ea"/>
          <a:cs typeface="+mn-cs"/>
        </a:defRPr>
      </a:lvl3pPr>
      <a:lvl4pPr marL="1410828" algn="l" defTabSz="470276" rtl="0" eaLnBrk="1" latinLnBrk="0" hangingPunct="1">
        <a:defRPr sz="1851" kern="1200">
          <a:solidFill>
            <a:schemeClr val="tx1"/>
          </a:solidFill>
          <a:latin typeface="+mn-lt"/>
          <a:ea typeface="+mn-ea"/>
          <a:cs typeface="+mn-cs"/>
        </a:defRPr>
      </a:lvl4pPr>
      <a:lvl5pPr marL="1881104" algn="l" defTabSz="470276" rtl="0" eaLnBrk="1" latinLnBrk="0" hangingPunct="1">
        <a:defRPr sz="1851" kern="1200">
          <a:solidFill>
            <a:schemeClr val="tx1"/>
          </a:solidFill>
          <a:latin typeface="+mn-lt"/>
          <a:ea typeface="+mn-ea"/>
          <a:cs typeface="+mn-cs"/>
        </a:defRPr>
      </a:lvl5pPr>
      <a:lvl6pPr marL="2351380" algn="l" defTabSz="470276" rtl="0" eaLnBrk="1" latinLnBrk="0" hangingPunct="1">
        <a:defRPr sz="1851" kern="1200">
          <a:solidFill>
            <a:schemeClr val="tx1"/>
          </a:solidFill>
          <a:latin typeface="+mn-lt"/>
          <a:ea typeface="+mn-ea"/>
          <a:cs typeface="+mn-cs"/>
        </a:defRPr>
      </a:lvl6pPr>
      <a:lvl7pPr marL="2821656" algn="l" defTabSz="470276" rtl="0" eaLnBrk="1" latinLnBrk="0" hangingPunct="1">
        <a:defRPr sz="1851" kern="1200">
          <a:solidFill>
            <a:schemeClr val="tx1"/>
          </a:solidFill>
          <a:latin typeface="+mn-lt"/>
          <a:ea typeface="+mn-ea"/>
          <a:cs typeface="+mn-cs"/>
        </a:defRPr>
      </a:lvl7pPr>
      <a:lvl8pPr marL="3291931" algn="l" defTabSz="470276" rtl="0" eaLnBrk="1" latinLnBrk="0" hangingPunct="1">
        <a:defRPr sz="1851" kern="1200">
          <a:solidFill>
            <a:schemeClr val="tx1"/>
          </a:solidFill>
          <a:latin typeface="+mn-lt"/>
          <a:ea typeface="+mn-ea"/>
          <a:cs typeface="+mn-cs"/>
        </a:defRPr>
      </a:lvl8pPr>
      <a:lvl9pPr marL="3762207" algn="l" defTabSz="470276" rtl="0" eaLnBrk="1" latinLnBrk="0" hangingPunct="1">
        <a:defRPr sz="18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9B4ECD30-72D0-819A-D63E-6B2B626D3824}"/>
              </a:ext>
            </a:extLst>
          </p:cNvPr>
          <p:cNvSpPr>
            <a:spLocks noChangeArrowheads="1"/>
          </p:cNvSpPr>
          <p:nvPr/>
        </p:nvSpPr>
        <p:spPr bwMode="auto">
          <a:xfrm>
            <a:off x="-8167" y="22860"/>
            <a:ext cx="43891201" cy="32918400"/>
          </a:xfrm>
          <a:prstGeom prst="rect">
            <a:avLst/>
          </a:prstGeom>
          <a:solidFill>
            <a:srgbClr val="191919">
              <a:alpha val="7843"/>
            </a:srgbClr>
          </a:solidFill>
          <a:ln w="9525">
            <a:solidFill>
              <a:srgbClr val="D8D8D8"/>
            </a:solidFill>
            <a:miter lim="800000"/>
            <a:headEnd/>
            <a:tailEnd/>
          </a:ln>
          <a:effectLst>
            <a:outerShdw blurRad="40000" dist="23000" dir="5400000" rotWithShape="0">
              <a:srgbClr val="808080">
                <a:alpha val="34999"/>
              </a:srgbClr>
            </a:outerShdw>
          </a:effectLst>
        </p:spPr>
        <p:txBody>
          <a:bodyPr anchor="ctr"/>
          <a:lstStyle/>
          <a:p>
            <a:pPr algn="ctr">
              <a:defRPr/>
            </a:pPr>
            <a:endParaRPr lang="en-US" sz="3292" dirty="0">
              <a:solidFill>
                <a:srgbClr val="FFFFFF"/>
              </a:solidFill>
              <a:latin typeface="Avenir Book"/>
              <a:ea typeface="ＭＳ Ｐゴシック" charset="0"/>
              <a:cs typeface="Avenir Book"/>
            </a:endParaRPr>
          </a:p>
        </p:txBody>
      </p:sp>
      <p:sp>
        <p:nvSpPr>
          <p:cNvPr id="14339" name="Text Box 7">
            <a:extLst>
              <a:ext uri="{FF2B5EF4-FFF2-40B4-BE49-F238E27FC236}">
                <a16:creationId xmlns:a16="http://schemas.microsoft.com/office/drawing/2014/main" id="{D15BAC10-B1A2-FCD1-6088-28618AB1B9A7}"/>
              </a:ext>
            </a:extLst>
          </p:cNvPr>
          <p:cNvSpPr txBox="1">
            <a:spLocks noChangeArrowheads="1"/>
          </p:cNvSpPr>
          <p:nvPr/>
        </p:nvSpPr>
        <p:spPr bwMode="auto">
          <a:xfrm>
            <a:off x="794711" y="6918807"/>
            <a:ext cx="9821636" cy="13664687"/>
          </a:xfrm>
          <a:prstGeom prst="rect">
            <a:avLst/>
          </a:prstGeom>
          <a:solidFill>
            <a:schemeClr val="bg1"/>
          </a:solidFill>
          <a:ln w="38100">
            <a:solidFill>
              <a:srgbClr val="000000"/>
            </a:solidFill>
            <a:round/>
            <a:headEnd/>
            <a:tailEnd/>
          </a:ln>
        </p:spPr>
        <p:txBody>
          <a:bodyPr lIns="940526" tIns="470263" rIns="940526" bIns="940526"/>
          <a:lstStyle>
            <a:lvl1pPr eaLnBrk="0" hangingPunct="0">
              <a:tabLst>
                <a:tab pos="500063" algn="l"/>
              </a:tabLst>
              <a:defRPr sz="3200">
                <a:solidFill>
                  <a:schemeClr val="tx1"/>
                </a:solidFill>
                <a:latin typeface="Helvetica" pitchFamily="2" charset="0"/>
                <a:ea typeface="ＭＳ Ｐゴシック" panose="020B0600070205080204" pitchFamily="34" charset="-128"/>
              </a:defRPr>
            </a:lvl1pPr>
            <a:lvl2pPr marL="742950" indent="-285750" eaLnBrk="0" hangingPunct="0">
              <a:tabLst>
                <a:tab pos="500063" algn="l"/>
              </a:tabLst>
              <a:defRPr sz="3200">
                <a:solidFill>
                  <a:schemeClr val="tx1"/>
                </a:solidFill>
                <a:latin typeface="Helvetica" pitchFamily="2" charset="0"/>
                <a:ea typeface="ＭＳ Ｐゴシック" panose="020B0600070205080204" pitchFamily="34" charset="-128"/>
              </a:defRPr>
            </a:lvl2pPr>
            <a:lvl3pPr marL="1143000" indent="-228600" eaLnBrk="0" hangingPunct="0">
              <a:tabLst>
                <a:tab pos="500063" algn="l"/>
              </a:tabLst>
              <a:defRPr sz="3200">
                <a:solidFill>
                  <a:schemeClr val="tx1"/>
                </a:solidFill>
                <a:latin typeface="Helvetica" pitchFamily="2" charset="0"/>
                <a:ea typeface="ＭＳ Ｐゴシック" panose="020B0600070205080204" pitchFamily="34" charset="-128"/>
              </a:defRPr>
            </a:lvl3pPr>
            <a:lvl4pPr marL="1600200" indent="-228600" eaLnBrk="0" hangingPunct="0">
              <a:tabLst>
                <a:tab pos="500063" algn="l"/>
              </a:tabLst>
              <a:defRPr sz="3200">
                <a:solidFill>
                  <a:schemeClr val="tx1"/>
                </a:solidFill>
                <a:latin typeface="Helvetica" pitchFamily="2" charset="0"/>
                <a:ea typeface="ＭＳ Ｐゴシック" panose="020B0600070205080204" pitchFamily="34" charset="-128"/>
              </a:defRPr>
            </a:lvl4pPr>
            <a:lvl5pPr marL="2057400" indent="-228600" eaLnBrk="0" hangingPunct="0">
              <a:tabLst>
                <a:tab pos="500063" algn="l"/>
              </a:tabLst>
              <a:defRPr sz="3200">
                <a:solidFill>
                  <a:schemeClr val="tx1"/>
                </a:solidFill>
                <a:latin typeface="Helvetica" pitchFamily="2" charset="0"/>
                <a:ea typeface="ＭＳ Ｐゴシック" panose="020B0600070205080204" pitchFamily="34" charset="-128"/>
              </a:defRPr>
            </a:lvl5pPr>
            <a:lvl6pPr marL="2514600" indent="-228600" eaLnBrk="0" fontAlgn="base" hangingPunct="0">
              <a:spcBef>
                <a:spcPct val="0"/>
              </a:spcBef>
              <a:spcAft>
                <a:spcPct val="0"/>
              </a:spcAft>
              <a:tabLst>
                <a:tab pos="500063" algn="l"/>
              </a:tabLst>
              <a:defRPr sz="3200">
                <a:solidFill>
                  <a:schemeClr val="tx1"/>
                </a:solidFill>
                <a:latin typeface="Helvetica" pitchFamily="2" charset="0"/>
                <a:ea typeface="ＭＳ Ｐゴシック" panose="020B0600070205080204" pitchFamily="34" charset="-128"/>
              </a:defRPr>
            </a:lvl6pPr>
            <a:lvl7pPr marL="2971800" indent="-228600" eaLnBrk="0" fontAlgn="base" hangingPunct="0">
              <a:spcBef>
                <a:spcPct val="0"/>
              </a:spcBef>
              <a:spcAft>
                <a:spcPct val="0"/>
              </a:spcAft>
              <a:tabLst>
                <a:tab pos="500063" algn="l"/>
              </a:tabLst>
              <a:defRPr sz="3200">
                <a:solidFill>
                  <a:schemeClr val="tx1"/>
                </a:solidFill>
                <a:latin typeface="Helvetica" pitchFamily="2" charset="0"/>
                <a:ea typeface="ＭＳ Ｐゴシック" panose="020B0600070205080204" pitchFamily="34" charset="-128"/>
              </a:defRPr>
            </a:lvl7pPr>
            <a:lvl8pPr marL="3429000" indent="-228600" eaLnBrk="0" fontAlgn="base" hangingPunct="0">
              <a:spcBef>
                <a:spcPct val="0"/>
              </a:spcBef>
              <a:spcAft>
                <a:spcPct val="0"/>
              </a:spcAft>
              <a:tabLst>
                <a:tab pos="500063" algn="l"/>
              </a:tabLst>
              <a:defRPr sz="3200">
                <a:solidFill>
                  <a:schemeClr val="tx1"/>
                </a:solidFill>
                <a:latin typeface="Helvetica" pitchFamily="2" charset="0"/>
                <a:ea typeface="ＭＳ Ｐゴシック" panose="020B0600070205080204" pitchFamily="34" charset="-128"/>
              </a:defRPr>
            </a:lvl8pPr>
            <a:lvl9pPr marL="3886200" indent="-228600" eaLnBrk="0" fontAlgn="base" hangingPunct="0">
              <a:spcBef>
                <a:spcPct val="0"/>
              </a:spcBef>
              <a:spcAft>
                <a:spcPct val="0"/>
              </a:spcAft>
              <a:tabLst>
                <a:tab pos="500063" algn="l"/>
              </a:tabLst>
              <a:defRPr sz="3200">
                <a:solidFill>
                  <a:schemeClr val="tx1"/>
                </a:solidFill>
                <a:latin typeface="Helvetica" pitchFamily="2" charset="0"/>
                <a:ea typeface="ＭＳ Ｐゴシック" panose="020B0600070205080204" pitchFamily="34" charset="-128"/>
              </a:defRPr>
            </a:lvl9pPr>
          </a:lstStyle>
          <a:p>
            <a:pPr algn="just" eaLnBrk="1" hangingPunct="1">
              <a:spcBef>
                <a:spcPct val="50000"/>
              </a:spcBef>
            </a:pPr>
            <a:r>
              <a:rPr lang="en-US" altLang="en-US" sz="4114" b="1" dirty="0">
                <a:latin typeface="Avenir Heavy" panose="02000503020000020003" pitchFamily="2" charset="0"/>
              </a:rPr>
              <a:t>Introduction</a:t>
            </a:r>
            <a:endParaRPr lang="en-US" altLang="ja-JP" sz="4114" dirty="0">
              <a:latin typeface="Avenir Book" panose="02000503020000020003" pitchFamily="2" charset="0"/>
            </a:endParaRPr>
          </a:p>
          <a:p>
            <a:r>
              <a:rPr lang="en-US" dirty="0"/>
              <a:t>Large Language Models (LLMs) enable fast summarization of complex documents but are prone to </a:t>
            </a:r>
            <a:r>
              <a:rPr lang="en-US" b="1" dirty="0"/>
              <a:t>hallucinations</a:t>
            </a:r>
            <a:r>
              <a:rPr lang="en-US" dirty="0"/>
              <a:t>, generating confident but incorrect information. This makes them unreliable for structured domains like technical guides or governance frameworks.</a:t>
            </a:r>
          </a:p>
          <a:p>
            <a:r>
              <a:rPr lang="en-US" dirty="0"/>
              <a:t>Retrieval-Augmented Generation (RAG) improves accuracy by grounding responses in source data. However, standard RAG removes </a:t>
            </a:r>
            <a:r>
              <a:rPr lang="en-US" b="1" dirty="0"/>
              <a:t>visual and structural context</a:t>
            </a:r>
            <a:r>
              <a:rPr lang="en-US" dirty="0"/>
              <a:t>, reducing documents to isolated text fragments and forcing users to trust AI interpretation.</a:t>
            </a:r>
          </a:p>
          <a:p>
            <a:r>
              <a:rPr lang="en-US" b="1" dirty="0" err="1"/>
              <a:t>StudyRAG</a:t>
            </a:r>
            <a:r>
              <a:rPr lang="en-US" dirty="0"/>
              <a:t> addresses this by linking every response to its original document page. Instead of trusting the model, users verify results directly through the source.</a:t>
            </a:r>
          </a:p>
        </p:txBody>
      </p:sp>
      <p:sp>
        <p:nvSpPr>
          <p:cNvPr id="14340" name="Text Box 11">
            <a:extLst>
              <a:ext uri="{FF2B5EF4-FFF2-40B4-BE49-F238E27FC236}">
                <a16:creationId xmlns:a16="http://schemas.microsoft.com/office/drawing/2014/main" id="{5E8C7B8F-C211-61E8-5BE4-7DBEF1E9BDCB}"/>
              </a:ext>
            </a:extLst>
          </p:cNvPr>
          <p:cNvSpPr txBox="1">
            <a:spLocks noChangeArrowheads="1"/>
          </p:cNvSpPr>
          <p:nvPr/>
        </p:nvSpPr>
        <p:spPr bwMode="auto">
          <a:xfrm>
            <a:off x="11419225" y="6838474"/>
            <a:ext cx="20525772" cy="13953635"/>
          </a:xfrm>
          <a:prstGeom prst="rect">
            <a:avLst/>
          </a:prstGeom>
          <a:solidFill>
            <a:schemeClr val="bg1"/>
          </a:solidFill>
          <a:ln w="38100">
            <a:solidFill>
              <a:srgbClr val="000000"/>
            </a:solidFill>
            <a:round/>
            <a:headEnd/>
            <a:tailEnd/>
          </a:ln>
        </p:spPr>
        <p:txBody>
          <a:bodyPr lIns="940526" tIns="470263" rIns="940526" bIns="940526"/>
          <a:lstStyle>
            <a:lvl1pPr eaLnBrk="0" hangingPunct="0">
              <a:tabLst>
                <a:tab pos="508000" algn="l"/>
              </a:tabLst>
              <a:defRPr sz="3200">
                <a:solidFill>
                  <a:schemeClr val="tx1"/>
                </a:solidFill>
                <a:latin typeface="Helvetica" pitchFamily="2" charset="0"/>
                <a:ea typeface="ＭＳ Ｐゴシック" panose="020B0600070205080204" pitchFamily="34" charset="-128"/>
              </a:defRPr>
            </a:lvl1pPr>
            <a:lvl2pPr marL="742950" indent="-285750" eaLnBrk="0" hangingPunct="0">
              <a:tabLst>
                <a:tab pos="508000" algn="l"/>
              </a:tabLst>
              <a:defRPr sz="3200">
                <a:solidFill>
                  <a:schemeClr val="tx1"/>
                </a:solidFill>
                <a:latin typeface="Helvetica" pitchFamily="2" charset="0"/>
                <a:ea typeface="ＭＳ Ｐゴシック" panose="020B0600070205080204" pitchFamily="34" charset="-128"/>
              </a:defRPr>
            </a:lvl2pPr>
            <a:lvl3pPr marL="1143000" indent="-228600" eaLnBrk="0" hangingPunct="0">
              <a:tabLst>
                <a:tab pos="508000" algn="l"/>
              </a:tabLst>
              <a:defRPr sz="3200">
                <a:solidFill>
                  <a:schemeClr val="tx1"/>
                </a:solidFill>
                <a:latin typeface="Helvetica" pitchFamily="2" charset="0"/>
                <a:ea typeface="ＭＳ Ｐゴシック" panose="020B0600070205080204" pitchFamily="34" charset="-128"/>
              </a:defRPr>
            </a:lvl3pPr>
            <a:lvl4pPr marL="1600200" indent="-228600" eaLnBrk="0" hangingPunct="0">
              <a:tabLst>
                <a:tab pos="508000" algn="l"/>
              </a:tabLst>
              <a:defRPr sz="3200">
                <a:solidFill>
                  <a:schemeClr val="tx1"/>
                </a:solidFill>
                <a:latin typeface="Helvetica" pitchFamily="2" charset="0"/>
                <a:ea typeface="ＭＳ Ｐゴシック" panose="020B0600070205080204" pitchFamily="34" charset="-128"/>
              </a:defRPr>
            </a:lvl4pPr>
            <a:lvl5pPr marL="2057400" indent="-228600" eaLnBrk="0" hangingPunct="0">
              <a:tabLst>
                <a:tab pos="508000" algn="l"/>
              </a:tabLst>
              <a:defRPr sz="3200">
                <a:solidFill>
                  <a:schemeClr val="tx1"/>
                </a:solidFill>
                <a:latin typeface="Helvetica" pitchFamily="2" charset="0"/>
                <a:ea typeface="ＭＳ Ｐゴシック" panose="020B0600070205080204" pitchFamily="34" charset="-128"/>
              </a:defRPr>
            </a:lvl5pPr>
            <a:lvl6pPr marL="2514600" indent="-228600" eaLnBrk="0" fontAlgn="base" hangingPunct="0">
              <a:spcBef>
                <a:spcPct val="0"/>
              </a:spcBef>
              <a:spcAft>
                <a:spcPct val="0"/>
              </a:spcAft>
              <a:tabLst>
                <a:tab pos="508000" algn="l"/>
              </a:tabLst>
              <a:defRPr sz="3200">
                <a:solidFill>
                  <a:schemeClr val="tx1"/>
                </a:solidFill>
                <a:latin typeface="Helvetica" pitchFamily="2" charset="0"/>
                <a:ea typeface="ＭＳ Ｐゴシック" panose="020B0600070205080204" pitchFamily="34" charset="-128"/>
              </a:defRPr>
            </a:lvl6pPr>
            <a:lvl7pPr marL="2971800" indent="-228600" eaLnBrk="0" fontAlgn="base" hangingPunct="0">
              <a:spcBef>
                <a:spcPct val="0"/>
              </a:spcBef>
              <a:spcAft>
                <a:spcPct val="0"/>
              </a:spcAft>
              <a:tabLst>
                <a:tab pos="508000" algn="l"/>
              </a:tabLst>
              <a:defRPr sz="3200">
                <a:solidFill>
                  <a:schemeClr val="tx1"/>
                </a:solidFill>
                <a:latin typeface="Helvetica" pitchFamily="2" charset="0"/>
                <a:ea typeface="ＭＳ Ｐゴシック" panose="020B0600070205080204" pitchFamily="34" charset="-128"/>
              </a:defRPr>
            </a:lvl7pPr>
            <a:lvl8pPr marL="3429000" indent="-228600" eaLnBrk="0" fontAlgn="base" hangingPunct="0">
              <a:spcBef>
                <a:spcPct val="0"/>
              </a:spcBef>
              <a:spcAft>
                <a:spcPct val="0"/>
              </a:spcAft>
              <a:tabLst>
                <a:tab pos="508000" algn="l"/>
              </a:tabLst>
              <a:defRPr sz="3200">
                <a:solidFill>
                  <a:schemeClr val="tx1"/>
                </a:solidFill>
                <a:latin typeface="Helvetica" pitchFamily="2" charset="0"/>
                <a:ea typeface="ＭＳ Ｐゴシック" panose="020B0600070205080204" pitchFamily="34" charset="-128"/>
              </a:defRPr>
            </a:lvl8pPr>
            <a:lvl9pPr marL="3886200" indent="-228600" eaLnBrk="0" fontAlgn="base" hangingPunct="0">
              <a:spcBef>
                <a:spcPct val="0"/>
              </a:spcBef>
              <a:spcAft>
                <a:spcPct val="0"/>
              </a:spcAft>
              <a:tabLst>
                <a:tab pos="508000" algn="l"/>
              </a:tabLst>
              <a:defRPr sz="3200">
                <a:solidFill>
                  <a:schemeClr val="tx1"/>
                </a:solidFill>
                <a:latin typeface="Helvetica" pitchFamily="2" charset="0"/>
                <a:ea typeface="ＭＳ Ｐゴシック" panose="020B0600070205080204" pitchFamily="34" charset="-128"/>
              </a:defRPr>
            </a:lvl9pPr>
          </a:lstStyle>
          <a:p>
            <a:pPr algn="just" eaLnBrk="1" hangingPunct="1">
              <a:spcBef>
                <a:spcPct val="50000"/>
              </a:spcBef>
            </a:pPr>
            <a:r>
              <a:rPr lang="en-US" altLang="en-US" sz="4937" b="1" dirty="0">
                <a:solidFill>
                  <a:srgbClr val="000000"/>
                </a:solidFill>
                <a:latin typeface="Avenir Heavy" panose="02000503020000020003" pitchFamily="2" charset="0"/>
              </a:rPr>
              <a:t>Materials and methods</a:t>
            </a:r>
            <a:r>
              <a:rPr lang="en-US" altLang="en-US" sz="4937" dirty="0">
                <a:solidFill>
                  <a:srgbClr val="FF8000"/>
                </a:solidFill>
                <a:latin typeface="Avenir Book" panose="02000503020000020003" pitchFamily="2" charset="0"/>
              </a:rPr>
              <a:t>	</a:t>
            </a:r>
            <a:endParaRPr lang="en-US" altLang="en-US" sz="4937" dirty="0">
              <a:latin typeface="Avenir Book" panose="02000503020000020003" pitchFamily="2" charset="0"/>
            </a:endParaRPr>
          </a:p>
          <a:p>
            <a:pPr eaLnBrk="1" hangingPunct="1">
              <a:spcBef>
                <a:spcPct val="10000"/>
              </a:spcBef>
            </a:pPr>
            <a:endParaRPr lang="en-US" altLang="en-US" dirty="0">
              <a:latin typeface="Avenir Book" panose="02000503020000020003" pitchFamily="2" charset="0"/>
            </a:endParaRPr>
          </a:p>
          <a:p>
            <a:r>
              <a:rPr lang="en-US" dirty="0" err="1"/>
              <a:t>StudyRAG</a:t>
            </a:r>
            <a:r>
              <a:rPr lang="en-US" dirty="0"/>
              <a:t> operates through a multi-phase pipeline designed for local execution and privacy preservation.</a:t>
            </a:r>
          </a:p>
          <a:p>
            <a:r>
              <a:rPr lang="en-US" b="1" dirty="0"/>
              <a:t>Document Ingestion:</a:t>
            </a:r>
            <a:r>
              <a:rPr lang="en-US" dirty="0"/>
              <a:t> Uploaded PDFs are processed in parallel pipelines. Text is extracted and segmented into overlapping chunks (~500 characters), each tagged with its originating page. Simultaneously, every page is rendered as a high-resolution PNG image.</a:t>
            </a:r>
          </a:p>
          <a:p>
            <a:r>
              <a:rPr lang="en-US" b="1" dirty="0"/>
              <a:t>Embedding &amp; Storage:</a:t>
            </a:r>
            <a:r>
              <a:rPr lang="en-US" dirty="0"/>
              <a:t> Text chunks are embedded using a local embedding model (nomic-embed-text via </a:t>
            </a:r>
            <a:r>
              <a:rPr lang="en-US" dirty="0" err="1"/>
              <a:t>Ollama</a:t>
            </a:r>
            <a:r>
              <a:rPr lang="en-US" dirty="0"/>
              <a:t>), converting them into vector representations stored in an in-memory database.</a:t>
            </a:r>
          </a:p>
          <a:p>
            <a:r>
              <a:rPr lang="en-US" b="1" dirty="0"/>
              <a:t>Query &amp; Retrieval:</a:t>
            </a:r>
            <a:r>
              <a:rPr lang="en-US" dirty="0"/>
              <a:t> User queries are vectorized and compared against stored embeddings. The top matching chunks are retrieved and passed to a local LLM (Llama 3.2) for response generation.</a:t>
            </a:r>
          </a:p>
          <a:p>
            <a:r>
              <a:rPr lang="en-US" b="1" dirty="0"/>
              <a:t>Verification Layer:</a:t>
            </a:r>
            <a:r>
              <a:rPr lang="en-US" dirty="0"/>
              <a:t> Each retrieved chunk is mapped back to its original page image, enabling visual verification.</a:t>
            </a:r>
          </a:p>
          <a:p>
            <a:r>
              <a:rPr lang="en-US" dirty="0"/>
              <a:t>This pipeline integrates </a:t>
            </a:r>
            <a:r>
              <a:rPr lang="en-US" dirty="0" err="1"/>
              <a:t>FastAPI</a:t>
            </a:r>
            <a:r>
              <a:rPr lang="en-US" dirty="0"/>
              <a:t>, local LLM infrastructure, and asynchronous processing for efficient offline operation. </a:t>
            </a:r>
          </a:p>
          <a:p>
            <a:pPr eaLnBrk="1" hangingPunct="1">
              <a:spcBef>
                <a:spcPct val="10000"/>
              </a:spcBef>
            </a:pPr>
            <a:endParaRPr lang="en-US" altLang="en-US" sz="4937" dirty="0">
              <a:latin typeface="Avenir Book" panose="02000503020000020003" pitchFamily="2" charset="0"/>
            </a:endParaRPr>
          </a:p>
        </p:txBody>
      </p:sp>
      <p:sp>
        <p:nvSpPr>
          <p:cNvPr id="14341" name="Text Box 12">
            <a:extLst>
              <a:ext uri="{FF2B5EF4-FFF2-40B4-BE49-F238E27FC236}">
                <a16:creationId xmlns:a16="http://schemas.microsoft.com/office/drawing/2014/main" id="{E982AB5C-93F7-F0FE-9EC6-05E0C17AA611}"/>
              </a:ext>
            </a:extLst>
          </p:cNvPr>
          <p:cNvSpPr txBox="1">
            <a:spLocks noChangeArrowheads="1"/>
          </p:cNvSpPr>
          <p:nvPr/>
        </p:nvSpPr>
        <p:spPr bwMode="auto">
          <a:xfrm>
            <a:off x="11419223" y="21805401"/>
            <a:ext cx="20525772" cy="8549049"/>
          </a:xfrm>
          <a:prstGeom prst="rect">
            <a:avLst/>
          </a:prstGeom>
          <a:solidFill>
            <a:schemeClr val="bg1"/>
          </a:solidFill>
          <a:ln w="38100">
            <a:solidFill>
              <a:srgbClr val="000000"/>
            </a:solidFill>
            <a:round/>
            <a:headEnd/>
            <a:tailEnd/>
          </a:ln>
        </p:spPr>
        <p:txBody>
          <a:bodyPr lIns="940526" tIns="470263" rIns="940526" bIns="940526"/>
          <a:lstStyle>
            <a:lvl1pPr eaLnBrk="0" hangingPunct="0">
              <a:tabLst>
                <a:tab pos="500063" algn="l"/>
              </a:tabLst>
              <a:defRPr sz="3200">
                <a:solidFill>
                  <a:schemeClr val="tx1"/>
                </a:solidFill>
                <a:latin typeface="Helvetica" pitchFamily="2" charset="0"/>
                <a:ea typeface="ＭＳ Ｐゴシック" panose="020B0600070205080204" pitchFamily="34" charset="-128"/>
              </a:defRPr>
            </a:lvl1pPr>
            <a:lvl2pPr marL="742950" indent="-285750" eaLnBrk="0" hangingPunct="0">
              <a:tabLst>
                <a:tab pos="500063" algn="l"/>
              </a:tabLst>
              <a:defRPr sz="3200">
                <a:solidFill>
                  <a:schemeClr val="tx1"/>
                </a:solidFill>
                <a:latin typeface="Helvetica" pitchFamily="2" charset="0"/>
                <a:ea typeface="ＭＳ Ｐゴシック" panose="020B0600070205080204" pitchFamily="34" charset="-128"/>
              </a:defRPr>
            </a:lvl2pPr>
            <a:lvl3pPr marL="1143000" indent="-228600" eaLnBrk="0" hangingPunct="0">
              <a:tabLst>
                <a:tab pos="500063" algn="l"/>
              </a:tabLst>
              <a:defRPr sz="3200">
                <a:solidFill>
                  <a:schemeClr val="tx1"/>
                </a:solidFill>
                <a:latin typeface="Helvetica" pitchFamily="2" charset="0"/>
                <a:ea typeface="ＭＳ Ｐゴシック" panose="020B0600070205080204" pitchFamily="34" charset="-128"/>
              </a:defRPr>
            </a:lvl3pPr>
            <a:lvl4pPr marL="1600200" indent="-228600" eaLnBrk="0" hangingPunct="0">
              <a:tabLst>
                <a:tab pos="500063" algn="l"/>
              </a:tabLst>
              <a:defRPr sz="3200">
                <a:solidFill>
                  <a:schemeClr val="tx1"/>
                </a:solidFill>
                <a:latin typeface="Helvetica" pitchFamily="2" charset="0"/>
                <a:ea typeface="ＭＳ Ｐゴシック" panose="020B0600070205080204" pitchFamily="34" charset="-128"/>
              </a:defRPr>
            </a:lvl4pPr>
            <a:lvl5pPr marL="2057400" indent="-228600" eaLnBrk="0" hangingPunct="0">
              <a:tabLst>
                <a:tab pos="500063" algn="l"/>
              </a:tabLst>
              <a:defRPr sz="3200">
                <a:solidFill>
                  <a:schemeClr val="tx1"/>
                </a:solidFill>
                <a:latin typeface="Helvetica" pitchFamily="2" charset="0"/>
                <a:ea typeface="ＭＳ Ｐゴシック" panose="020B0600070205080204" pitchFamily="34" charset="-128"/>
              </a:defRPr>
            </a:lvl5pPr>
            <a:lvl6pPr marL="2514600" indent="-228600" eaLnBrk="0" fontAlgn="base" hangingPunct="0">
              <a:spcBef>
                <a:spcPct val="0"/>
              </a:spcBef>
              <a:spcAft>
                <a:spcPct val="0"/>
              </a:spcAft>
              <a:tabLst>
                <a:tab pos="500063" algn="l"/>
              </a:tabLst>
              <a:defRPr sz="3200">
                <a:solidFill>
                  <a:schemeClr val="tx1"/>
                </a:solidFill>
                <a:latin typeface="Helvetica" pitchFamily="2" charset="0"/>
                <a:ea typeface="ＭＳ Ｐゴシック" panose="020B0600070205080204" pitchFamily="34" charset="-128"/>
              </a:defRPr>
            </a:lvl6pPr>
            <a:lvl7pPr marL="2971800" indent="-228600" eaLnBrk="0" fontAlgn="base" hangingPunct="0">
              <a:spcBef>
                <a:spcPct val="0"/>
              </a:spcBef>
              <a:spcAft>
                <a:spcPct val="0"/>
              </a:spcAft>
              <a:tabLst>
                <a:tab pos="500063" algn="l"/>
              </a:tabLst>
              <a:defRPr sz="3200">
                <a:solidFill>
                  <a:schemeClr val="tx1"/>
                </a:solidFill>
                <a:latin typeface="Helvetica" pitchFamily="2" charset="0"/>
                <a:ea typeface="ＭＳ Ｐゴシック" panose="020B0600070205080204" pitchFamily="34" charset="-128"/>
              </a:defRPr>
            </a:lvl7pPr>
            <a:lvl8pPr marL="3429000" indent="-228600" eaLnBrk="0" fontAlgn="base" hangingPunct="0">
              <a:spcBef>
                <a:spcPct val="0"/>
              </a:spcBef>
              <a:spcAft>
                <a:spcPct val="0"/>
              </a:spcAft>
              <a:tabLst>
                <a:tab pos="500063" algn="l"/>
              </a:tabLst>
              <a:defRPr sz="3200">
                <a:solidFill>
                  <a:schemeClr val="tx1"/>
                </a:solidFill>
                <a:latin typeface="Helvetica" pitchFamily="2" charset="0"/>
                <a:ea typeface="ＭＳ Ｐゴシック" panose="020B0600070205080204" pitchFamily="34" charset="-128"/>
              </a:defRPr>
            </a:lvl8pPr>
            <a:lvl9pPr marL="3886200" indent="-228600" eaLnBrk="0" fontAlgn="base" hangingPunct="0">
              <a:spcBef>
                <a:spcPct val="0"/>
              </a:spcBef>
              <a:spcAft>
                <a:spcPct val="0"/>
              </a:spcAft>
              <a:tabLst>
                <a:tab pos="500063" algn="l"/>
              </a:tabLst>
              <a:defRPr sz="3200">
                <a:solidFill>
                  <a:schemeClr val="tx1"/>
                </a:solidFill>
                <a:latin typeface="Helvetica" pitchFamily="2" charset="0"/>
                <a:ea typeface="ＭＳ Ｐゴシック" panose="020B0600070205080204" pitchFamily="34" charset="-128"/>
              </a:defRPr>
            </a:lvl9pPr>
          </a:lstStyle>
          <a:p>
            <a:pPr algn="just" eaLnBrk="1" hangingPunct="1"/>
            <a:r>
              <a:rPr lang="en-US" altLang="en-US" sz="4937" b="1" dirty="0">
                <a:solidFill>
                  <a:srgbClr val="000000"/>
                </a:solidFill>
                <a:latin typeface="Avenir Heavy" panose="02000503020000020003" pitchFamily="2" charset="0"/>
              </a:rPr>
              <a:t>Results</a:t>
            </a:r>
            <a:endParaRPr lang="en-US" altLang="ja-JP" sz="4629" dirty="0">
              <a:latin typeface="Avenir Book" panose="02000503020000020003" pitchFamily="2" charset="0"/>
            </a:endParaRPr>
          </a:p>
          <a:p>
            <a:r>
              <a:rPr lang="en-US" dirty="0"/>
              <a:t>The </a:t>
            </a:r>
            <a:r>
              <a:rPr lang="en-US" dirty="0" err="1"/>
              <a:t>StudyRAG</a:t>
            </a:r>
            <a:r>
              <a:rPr lang="en-US" dirty="0"/>
              <a:t> system successfully demonstrated a fully functional zero-trust retrieval workflow. Document ingestion reliably produced aligned semantic chunks and corresponding visual page renderings. Query responses consistently returned the most relevant text segments along with their associated page references.</a:t>
            </a:r>
          </a:p>
          <a:p>
            <a:r>
              <a:rPr lang="en-US" dirty="0"/>
              <a:t>In controlled tests using structured technical documents such as the Scrum Guide, the system achieved a </a:t>
            </a:r>
            <a:r>
              <a:rPr lang="en-US" b="1" dirty="0"/>
              <a:t>0% undetected hallucination rate</a:t>
            </a:r>
            <a:r>
              <a:rPr lang="en-US" dirty="0"/>
              <a:t>. While the underlying LLM occasionally produced imperfect reasoning, every response included direct visual citations, allowing users to immediately verify or reject outputs.</a:t>
            </a:r>
          </a:p>
          <a:p>
            <a:r>
              <a:rPr lang="en-US" dirty="0"/>
              <a:t>Qualitatively, this shifted user behavior from passive trust in AI responses to active validation using primary source material. The integration of visual citations proved especially effective in identifying subtle inaccuracies that would otherwise go unnoticed in standard RAG systems. </a:t>
            </a:r>
          </a:p>
          <a:p>
            <a:pPr eaLnBrk="1" hangingPunct="1">
              <a:spcBef>
                <a:spcPct val="50000"/>
              </a:spcBef>
            </a:pPr>
            <a:endParaRPr lang="en-US" altLang="en-US" sz="4000" dirty="0">
              <a:solidFill>
                <a:schemeClr val="accent2"/>
              </a:solidFill>
              <a:latin typeface="Avenir Book" panose="02000503020000020003" pitchFamily="2" charset="0"/>
            </a:endParaRPr>
          </a:p>
          <a:p>
            <a:pPr eaLnBrk="1" hangingPunct="1">
              <a:spcBef>
                <a:spcPct val="50000"/>
              </a:spcBef>
            </a:pPr>
            <a:endParaRPr lang="en-US" altLang="en-US" sz="2880" i="1" dirty="0">
              <a:solidFill>
                <a:schemeClr val="accent2"/>
              </a:solidFill>
              <a:latin typeface="Avenir Book" panose="02000503020000020003" pitchFamily="2" charset="0"/>
            </a:endParaRPr>
          </a:p>
        </p:txBody>
      </p:sp>
      <p:sp>
        <p:nvSpPr>
          <p:cNvPr id="14342" name="Text Box 13">
            <a:extLst>
              <a:ext uri="{FF2B5EF4-FFF2-40B4-BE49-F238E27FC236}">
                <a16:creationId xmlns:a16="http://schemas.microsoft.com/office/drawing/2014/main" id="{FABEA9B6-91BA-3CC3-796A-0B66684033BA}"/>
              </a:ext>
            </a:extLst>
          </p:cNvPr>
          <p:cNvSpPr txBox="1">
            <a:spLocks noChangeArrowheads="1"/>
          </p:cNvSpPr>
          <p:nvPr/>
        </p:nvSpPr>
        <p:spPr bwMode="auto">
          <a:xfrm>
            <a:off x="32633899" y="7127421"/>
            <a:ext cx="10560235" cy="13664687"/>
          </a:xfrm>
          <a:prstGeom prst="rect">
            <a:avLst/>
          </a:prstGeom>
          <a:solidFill>
            <a:schemeClr val="bg1"/>
          </a:solidFill>
          <a:ln w="38100">
            <a:solidFill>
              <a:srgbClr val="000000"/>
            </a:solidFill>
            <a:round/>
            <a:headEnd/>
            <a:tailEnd/>
          </a:ln>
        </p:spPr>
        <p:txBody>
          <a:bodyPr lIns="940526" tIns="470263" rIns="940526" bIns="940526"/>
          <a:lstStyle>
            <a:lvl1pPr eaLnBrk="0" hangingPunct="0">
              <a:tabLst>
                <a:tab pos="635000" algn="l"/>
              </a:tabLst>
              <a:defRPr sz="3200">
                <a:solidFill>
                  <a:schemeClr val="tx1"/>
                </a:solidFill>
                <a:latin typeface="Helvetica" pitchFamily="2" charset="0"/>
                <a:ea typeface="ＭＳ Ｐゴシック" panose="020B0600070205080204" pitchFamily="34" charset="-128"/>
              </a:defRPr>
            </a:lvl1pPr>
            <a:lvl2pPr marL="742950" indent="-285750" eaLnBrk="0" hangingPunct="0">
              <a:tabLst>
                <a:tab pos="635000" algn="l"/>
              </a:tabLst>
              <a:defRPr sz="3200">
                <a:solidFill>
                  <a:schemeClr val="tx1"/>
                </a:solidFill>
                <a:latin typeface="Helvetica" pitchFamily="2" charset="0"/>
                <a:ea typeface="ＭＳ Ｐゴシック" panose="020B0600070205080204" pitchFamily="34" charset="-128"/>
              </a:defRPr>
            </a:lvl2pPr>
            <a:lvl3pPr marL="1143000" indent="-228600" eaLnBrk="0" hangingPunct="0">
              <a:tabLst>
                <a:tab pos="635000" algn="l"/>
              </a:tabLst>
              <a:defRPr sz="3200">
                <a:solidFill>
                  <a:schemeClr val="tx1"/>
                </a:solidFill>
                <a:latin typeface="Helvetica" pitchFamily="2" charset="0"/>
                <a:ea typeface="ＭＳ Ｐゴシック" panose="020B0600070205080204" pitchFamily="34" charset="-128"/>
              </a:defRPr>
            </a:lvl3pPr>
            <a:lvl4pPr marL="1600200" indent="-228600" eaLnBrk="0" hangingPunct="0">
              <a:tabLst>
                <a:tab pos="635000" algn="l"/>
              </a:tabLst>
              <a:defRPr sz="3200">
                <a:solidFill>
                  <a:schemeClr val="tx1"/>
                </a:solidFill>
                <a:latin typeface="Helvetica" pitchFamily="2" charset="0"/>
                <a:ea typeface="ＭＳ Ｐゴシック" panose="020B0600070205080204" pitchFamily="34" charset="-128"/>
              </a:defRPr>
            </a:lvl4pPr>
            <a:lvl5pPr marL="2057400" indent="-228600" eaLnBrk="0" hangingPunct="0">
              <a:tabLst>
                <a:tab pos="635000" algn="l"/>
              </a:tabLst>
              <a:defRPr sz="3200">
                <a:solidFill>
                  <a:schemeClr val="tx1"/>
                </a:solidFill>
                <a:latin typeface="Helvetica" pitchFamily="2" charset="0"/>
                <a:ea typeface="ＭＳ Ｐゴシック" panose="020B0600070205080204" pitchFamily="34" charset="-128"/>
              </a:defRPr>
            </a:lvl5pPr>
            <a:lvl6pPr marL="2514600" indent="-228600" eaLnBrk="0" fontAlgn="base" hangingPunct="0">
              <a:spcBef>
                <a:spcPct val="0"/>
              </a:spcBef>
              <a:spcAft>
                <a:spcPct val="0"/>
              </a:spcAft>
              <a:tabLst>
                <a:tab pos="635000" algn="l"/>
              </a:tabLst>
              <a:defRPr sz="3200">
                <a:solidFill>
                  <a:schemeClr val="tx1"/>
                </a:solidFill>
                <a:latin typeface="Helvetica" pitchFamily="2" charset="0"/>
                <a:ea typeface="ＭＳ Ｐゴシック" panose="020B0600070205080204" pitchFamily="34" charset="-128"/>
              </a:defRPr>
            </a:lvl6pPr>
            <a:lvl7pPr marL="2971800" indent="-228600" eaLnBrk="0" fontAlgn="base" hangingPunct="0">
              <a:spcBef>
                <a:spcPct val="0"/>
              </a:spcBef>
              <a:spcAft>
                <a:spcPct val="0"/>
              </a:spcAft>
              <a:tabLst>
                <a:tab pos="635000" algn="l"/>
              </a:tabLst>
              <a:defRPr sz="3200">
                <a:solidFill>
                  <a:schemeClr val="tx1"/>
                </a:solidFill>
                <a:latin typeface="Helvetica" pitchFamily="2" charset="0"/>
                <a:ea typeface="ＭＳ Ｐゴシック" panose="020B0600070205080204" pitchFamily="34" charset="-128"/>
              </a:defRPr>
            </a:lvl7pPr>
            <a:lvl8pPr marL="3429000" indent="-228600" eaLnBrk="0" fontAlgn="base" hangingPunct="0">
              <a:spcBef>
                <a:spcPct val="0"/>
              </a:spcBef>
              <a:spcAft>
                <a:spcPct val="0"/>
              </a:spcAft>
              <a:tabLst>
                <a:tab pos="635000" algn="l"/>
              </a:tabLst>
              <a:defRPr sz="3200">
                <a:solidFill>
                  <a:schemeClr val="tx1"/>
                </a:solidFill>
                <a:latin typeface="Helvetica" pitchFamily="2" charset="0"/>
                <a:ea typeface="ＭＳ Ｐゴシック" panose="020B0600070205080204" pitchFamily="34" charset="-128"/>
              </a:defRPr>
            </a:lvl8pPr>
            <a:lvl9pPr marL="3886200" indent="-228600" eaLnBrk="0" fontAlgn="base" hangingPunct="0">
              <a:spcBef>
                <a:spcPct val="0"/>
              </a:spcBef>
              <a:spcAft>
                <a:spcPct val="0"/>
              </a:spcAft>
              <a:tabLst>
                <a:tab pos="635000" algn="l"/>
              </a:tabLst>
              <a:defRPr sz="3200">
                <a:solidFill>
                  <a:schemeClr val="tx1"/>
                </a:solidFill>
                <a:latin typeface="Helvetica" pitchFamily="2" charset="0"/>
                <a:ea typeface="ＭＳ Ｐゴシック" panose="020B0600070205080204" pitchFamily="34" charset="-128"/>
              </a:defRPr>
            </a:lvl9pPr>
          </a:lstStyle>
          <a:p>
            <a:pPr eaLnBrk="1" hangingPunct="1">
              <a:spcBef>
                <a:spcPct val="50000"/>
              </a:spcBef>
            </a:pPr>
            <a:r>
              <a:rPr lang="en-US" altLang="en-US" sz="4937" b="1" dirty="0">
                <a:solidFill>
                  <a:srgbClr val="000000"/>
                </a:solidFill>
                <a:latin typeface="Avenir Heavy" panose="02000503020000020003" pitchFamily="2" charset="0"/>
              </a:rPr>
              <a:t>Conclusions</a:t>
            </a:r>
          </a:p>
          <a:p>
            <a:r>
              <a:rPr lang="en-US" dirty="0" err="1"/>
              <a:t>StudyRAG</a:t>
            </a:r>
            <a:r>
              <a:rPr lang="en-US" dirty="0"/>
              <a:t> demonstrates that trust in AI systems can be fundamentally restructured by shifting verification from the model to the source material. By coupling semantic retrieval with direct visual access to original documents, the system eliminates reliance on opaque AI reasoning.</a:t>
            </a:r>
          </a:p>
          <a:p>
            <a:r>
              <a:rPr lang="en-US" dirty="0"/>
              <a:t>The results show that even when LLM outputs are imperfect, the presence of verifiable visual citations ensures that misinformation does not propagate unchecked. This approach is particularly valuable in domains requiring strict accuracy, such as education, governance, and technical training.</a:t>
            </a:r>
          </a:p>
          <a:p>
            <a:r>
              <a:rPr lang="en-US" dirty="0"/>
              <a:t>More broadly, </a:t>
            </a:r>
            <a:r>
              <a:rPr lang="en-US" dirty="0" err="1"/>
              <a:t>StudyRAG</a:t>
            </a:r>
            <a:r>
              <a:rPr lang="en-US" dirty="0"/>
              <a:t> reframes RAG systems as tools for </a:t>
            </a:r>
            <a:r>
              <a:rPr lang="en-US" b="1" dirty="0"/>
              <a:t>assisted verification rather than automated truth generation</a:t>
            </a:r>
            <a:r>
              <a:rPr lang="en-US" dirty="0"/>
              <a:t>, restoring user agency in the interpretive process. Future work will extend this framework using multimodal models capable of reasoning over both text and visual elements within documents. </a:t>
            </a:r>
          </a:p>
          <a:p>
            <a:pPr eaLnBrk="1" hangingPunct="1">
              <a:spcBef>
                <a:spcPct val="50000"/>
              </a:spcBef>
            </a:pPr>
            <a:endParaRPr lang="en-US" altLang="en-US" sz="4937" b="1" dirty="0">
              <a:solidFill>
                <a:srgbClr val="000000"/>
              </a:solidFill>
              <a:latin typeface="Avenir Heavy" panose="02000503020000020003" pitchFamily="2" charset="0"/>
            </a:endParaRPr>
          </a:p>
        </p:txBody>
      </p:sp>
      <p:sp>
        <p:nvSpPr>
          <p:cNvPr id="14343" name="Text Box 14">
            <a:extLst>
              <a:ext uri="{FF2B5EF4-FFF2-40B4-BE49-F238E27FC236}">
                <a16:creationId xmlns:a16="http://schemas.microsoft.com/office/drawing/2014/main" id="{60D04BCB-47AA-7F8E-4B20-540E1A8D62B1}"/>
              </a:ext>
            </a:extLst>
          </p:cNvPr>
          <p:cNvSpPr txBox="1">
            <a:spLocks noChangeArrowheads="1"/>
          </p:cNvSpPr>
          <p:nvPr/>
        </p:nvSpPr>
        <p:spPr bwMode="auto">
          <a:xfrm>
            <a:off x="-2594611" y="4150125"/>
            <a:ext cx="49064091" cy="1546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282158" tIns="282158" rIns="282158" bIns="282158" anchor="ctr">
            <a:spAutoFit/>
          </a:bodyPr>
          <a:lstStyle>
            <a:lvl1pPr eaLnBrk="0" hangingPunct="0">
              <a:defRPr sz="3200">
                <a:solidFill>
                  <a:schemeClr val="tx1"/>
                </a:solidFill>
                <a:latin typeface="Helvetica" pitchFamily="2" charset="0"/>
                <a:ea typeface="ＭＳ Ｐゴシック" panose="020B0600070205080204" pitchFamily="34" charset="-128"/>
              </a:defRPr>
            </a:lvl1pPr>
            <a:lvl2pPr marL="742950" indent="-285750" eaLnBrk="0" hangingPunct="0">
              <a:defRPr sz="3200">
                <a:solidFill>
                  <a:schemeClr val="tx1"/>
                </a:solidFill>
                <a:latin typeface="Helvetica" pitchFamily="2" charset="0"/>
                <a:ea typeface="ＭＳ Ｐゴシック" panose="020B0600070205080204" pitchFamily="34" charset="-128"/>
              </a:defRPr>
            </a:lvl2pPr>
            <a:lvl3pPr marL="1143000" indent="-228600" eaLnBrk="0" hangingPunct="0">
              <a:defRPr sz="3200">
                <a:solidFill>
                  <a:schemeClr val="tx1"/>
                </a:solidFill>
                <a:latin typeface="Helvetica" pitchFamily="2" charset="0"/>
                <a:ea typeface="ＭＳ Ｐゴシック" panose="020B0600070205080204" pitchFamily="34" charset="-128"/>
              </a:defRPr>
            </a:lvl3pPr>
            <a:lvl4pPr marL="1600200" indent="-228600" eaLnBrk="0" hangingPunct="0">
              <a:defRPr sz="3200">
                <a:solidFill>
                  <a:schemeClr val="tx1"/>
                </a:solidFill>
                <a:latin typeface="Helvetica" pitchFamily="2" charset="0"/>
                <a:ea typeface="ＭＳ Ｐゴシック" panose="020B0600070205080204" pitchFamily="34" charset="-128"/>
              </a:defRPr>
            </a:lvl4pPr>
            <a:lvl5pPr marL="2057400" indent="-228600" eaLnBrk="0" hangingPunct="0">
              <a:defRPr sz="3200">
                <a:solidFill>
                  <a:schemeClr val="tx1"/>
                </a:solidFill>
                <a:latin typeface="Helvetica" pitchFamily="2" charset="0"/>
                <a:ea typeface="ＭＳ Ｐゴシック" panose="020B0600070205080204" pitchFamily="34" charset="-128"/>
              </a:defRPr>
            </a:lvl5pPr>
            <a:lvl6pPr marL="25146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6pPr>
            <a:lvl7pPr marL="29718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7pPr>
            <a:lvl8pPr marL="34290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8pPr>
            <a:lvl9pPr marL="38862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9pPr>
          </a:lstStyle>
          <a:p>
            <a:pPr algn="ctr" eaLnBrk="1" hangingPunct="1">
              <a:spcBef>
                <a:spcPct val="50000"/>
              </a:spcBef>
              <a:spcAft>
                <a:spcPts val="617"/>
              </a:spcAft>
            </a:pPr>
            <a:r>
              <a:rPr lang="en-US" altLang="en-US" sz="6172" b="1">
                <a:latin typeface="Avenir Medium" panose="02000503020000020003" pitchFamily="2" charset="0"/>
              </a:rPr>
              <a:t>Colin B. Purrington</a:t>
            </a:r>
            <a:r>
              <a:rPr lang="en-US" altLang="en-US" sz="6172" b="1">
                <a:latin typeface="Avenir Book" panose="02000503020000020003" pitchFamily="2" charset="0"/>
              </a:rPr>
              <a:t>, Department of Posterology, </a:t>
            </a:r>
            <a:r>
              <a:rPr lang="en-US" altLang="en-US" sz="6172">
                <a:latin typeface="Avenir Book" panose="02000503020000020003" pitchFamily="2" charset="0"/>
              </a:rPr>
              <a:t>Hudson University</a:t>
            </a:r>
          </a:p>
        </p:txBody>
      </p:sp>
      <p:sp>
        <p:nvSpPr>
          <p:cNvPr id="3" name="Rectangle 180">
            <a:extLst>
              <a:ext uri="{FF2B5EF4-FFF2-40B4-BE49-F238E27FC236}">
                <a16:creationId xmlns:a16="http://schemas.microsoft.com/office/drawing/2014/main" id="{69D1963E-8A57-FE99-6AA0-4A5946AB758E}"/>
              </a:ext>
            </a:extLst>
          </p:cNvPr>
          <p:cNvSpPr>
            <a:spLocks noChangeArrowheads="1"/>
          </p:cNvSpPr>
          <p:nvPr/>
        </p:nvSpPr>
        <p:spPr bwMode="auto">
          <a:xfrm>
            <a:off x="-3466555" y="941303"/>
            <a:ext cx="50863500" cy="335505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p>
            <a:pPr algn="ctr">
              <a:lnSpc>
                <a:spcPct val="90000"/>
              </a:lnSpc>
              <a:defRPr/>
            </a:pPr>
            <a:r>
              <a:rPr lang="en-US" sz="11315" b="1" dirty="0">
                <a:ln>
                  <a:solidFill>
                    <a:schemeClr val="bg1"/>
                  </a:solidFill>
                </a:ln>
                <a:latin typeface="Avenir Heavy"/>
                <a:ea typeface="ＭＳ Ｐゴシック" charset="0"/>
                <a:cs typeface="Avenir Heavy"/>
              </a:rPr>
              <a:t>Title pitched at general audience that provides conclusion</a:t>
            </a:r>
            <a:br>
              <a:rPr lang="en-US" sz="11315" b="1" dirty="0">
                <a:ln>
                  <a:solidFill>
                    <a:schemeClr val="bg1"/>
                  </a:solidFill>
                </a:ln>
                <a:latin typeface="Avenir Heavy"/>
                <a:ea typeface="ＭＳ Ｐゴシック" charset="0"/>
                <a:cs typeface="Avenir Heavy"/>
              </a:rPr>
            </a:br>
            <a:r>
              <a:rPr lang="en-US" sz="11315" b="1" dirty="0">
                <a:ln>
                  <a:solidFill>
                    <a:schemeClr val="bg1"/>
                  </a:solidFill>
                </a:ln>
                <a:latin typeface="Avenir Heavy"/>
                <a:ea typeface="ＭＳ Ｐゴシック" charset="0"/>
                <a:cs typeface="Avenir Heavy"/>
              </a:rPr>
              <a:t> or at least hints at something interesting </a:t>
            </a:r>
          </a:p>
        </p:txBody>
      </p:sp>
      <p:sp>
        <p:nvSpPr>
          <p:cNvPr id="14345" name="Text Box 16">
            <a:extLst>
              <a:ext uri="{FF2B5EF4-FFF2-40B4-BE49-F238E27FC236}">
                <a16:creationId xmlns:a16="http://schemas.microsoft.com/office/drawing/2014/main" id="{E59D0FCC-B65A-D6E3-2251-872E4C239BF2}"/>
              </a:ext>
            </a:extLst>
          </p:cNvPr>
          <p:cNvSpPr txBox="1">
            <a:spLocks noChangeArrowheads="1"/>
          </p:cNvSpPr>
          <p:nvPr/>
        </p:nvSpPr>
        <p:spPr bwMode="auto">
          <a:xfrm>
            <a:off x="691517" y="25999593"/>
            <a:ext cx="9821636" cy="4351399"/>
          </a:xfrm>
          <a:prstGeom prst="rect">
            <a:avLst/>
          </a:prstGeom>
          <a:solidFill>
            <a:schemeClr val="bg1"/>
          </a:solidFill>
          <a:ln w="38100">
            <a:solidFill>
              <a:srgbClr val="000000"/>
            </a:solidFill>
            <a:round/>
            <a:headEnd/>
            <a:tailEnd/>
          </a:ln>
        </p:spPr>
        <p:txBody>
          <a:bodyPr lIns="940526" tIns="470263" rIns="940526" bIns="940526"/>
          <a:lstStyle>
            <a:lvl1pPr eaLnBrk="0" hangingPunct="0">
              <a:defRPr sz="3200">
                <a:solidFill>
                  <a:schemeClr val="tx1"/>
                </a:solidFill>
                <a:latin typeface="Helvetica" pitchFamily="2" charset="0"/>
                <a:ea typeface="ＭＳ Ｐゴシック" panose="020B0600070205080204" pitchFamily="34" charset="-128"/>
              </a:defRPr>
            </a:lvl1pPr>
            <a:lvl2pPr marL="742950" indent="-285750" eaLnBrk="0" hangingPunct="0">
              <a:defRPr sz="3200">
                <a:solidFill>
                  <a:schemeClr val="tx1"/>
                </a:solidFill>
                <a:latin typeface="Helvetica" pitchFamily="2" charset="0"/>
                <a:ea typeface="ＭＳ Ｐゴシック" panose="020B0600070205080204" pitchFamily="34" charset="-128"/>
              </a:defRPr>
            </a:lvl2pPr>
            <a:lvl3pPr marL="1143000" indent="-228600" eaLnBrk="0" hangingPunct="0">
              <a:defRPr sz="3200">
                <a:solidFill>
                  <a:schemeClr val="tx1"/>
                </a:solidFill>
                <a:latin typeface="Helvetica" pitchFamily="2" charset="0"/>
                <a:ea typeface="ＭＳ Ｐゴシック" panose="020B0600070205080204" pitchFamily="34" charset="-128"/>
              </a:defRPr>
            </a:lvl3pPr>
            <a:lvl4pPr marL="1600200" indent="-228600" eaLnBrk="0" hangingPunct="0">
              <a:defRPr sz="3200">
                <a:solidFill>
                  <a:schemeClr val="tx1"/>
                </a:solidFill>
                <a:latin typeface="Helvetica" pitchFamily="2" charset="0"/>
                <a:ea typeface="ＭＳ Ｐゴシック" panose="020B0600070205080204" pitchFamily="34" charset="-128"/>
              </a:defRPr>
            </a:lvl4pPr>
            <a:lvl5pPr marL="2057400" indent="-228600" eaLnBrk="0" hangingPunct="0">
              <a:defRPr sz="3200">
                <a:solidFill>
                  <a:schemeClr val="tx1"/>
                </a:solidFill>
                <a:latin typeface="Helvetica" pitchFamily="2" charset="0"/>
                <a:ea typeface="ＭＳ Ｐゴシック" panose="020B0600070205080204" pitchFamily="34" charset="-128"/>
              </a:defRPr>
            </a:lvl5pPr>
            <a:lvl6pPr marL="25146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6pPr>
            <a:lvl7pPr marL="29718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7pPr>
            <a:lvl8pPr marL="34290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8pPr>
            <a:lvl9pPr marL="38862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9pPr>
          </a:lstStyle>
          <a:p>
            <a:pPr eaLnBrk="1" hangingPunct="1">
              <a:spcBef>
                <a:spcPct val="50000"/>
              </a:spcBef>
            </a:pPr>
            <a:r>
              <a:rPr lang="en-US" altLang="en-US" sz="4526" b="1" dirty="0">
                <a:solidFill>
                  <a:srgbClr val="000000"/>
                </a:solidFill>
                <a:latin typeface="Avenir Heavy" panose="02000503020000020003" pitchFamily="2" charset="0"/>
              </a:rPr>
              <a:t>Acknowledgments</a:t>
            </a:r>
          </a:p>
          <a:p>
            <a:pPr eaLnBrk="1" hangingPunct="1">
              <a:spcBef>
                <a:spcPct val="10000"/>
              </a:spcBef>
            </a:pPr>
            <a:r>
              <a:rPr lang="en-US" altLang="en-US" sz="3703" dirty="0">
                <a:latin typeface="Avenir Book" panose="02000503020000020003" pitchFamily="2" charset="0"/>
              </a:rPr>
              <a:t>Be brief. (</a:t>
            </a:r>
            <a:r>
              <a:rPr lang="en-US" altLang="en-US" sz="3703" dirty="0" err="1">
                <a:latin typeface="Avenir Book" panose="02000503020000020003" pitchFamily="2" charset="0"/>
              </a:rPr>
              <a:t>cofc</a:t>
            </a:r>
            <a:r>
              <a:rPr lang="en-US" altLang="en-US" sz="3703" dirty="0">
                <a:latin typeface="Avenir Book" panose="02000503020000020003" pitchFamily="2" charset="0"/>
              </a:rPr>
              <a:t> comp sci logo)</a:t>
            </a:r>
          </a:p>
        </p:txBody>
      </p:sp>
      <p:sp>
        <p:nvSpPr>
          <p:cNvPr id="14347" name="Text Box 70">
            <a:extLst>
              <a:ext uri="{FF2B5EF4-FFF2-40B4-BE49-F238E27FC236}">
                <a16:creationId xmlns:a16="http://schemas.microsoft.com/office/drawing/2014/main" id="{4442473D-288D-AC9C-35E6-8BE8EB2FB5F7}"/>
              </a:ext>
            </a:extLst>
          </p:cNvPr>
          <p:cNvSpPr txBox="1">
            <a:spLocks noChangeArrowheads="1"/>
          </p:cNvSpPr>
          <p:nvPr/>
        </p:nvSpPr>
        <p:spPr bwMode="auto">
          <a:xfrm>
            <a:off x="691517" y="21805402"/>
            <a:ext cx="9821636" cy="3842962"/>
          </a:xfrm>
          <a:prstGeom prst="rect">
            <a:avLst/>
          </a:prstGeom>
          <a:solidFill>
            <a:schemeClr val="bg1"/>
          </a:solidFill>
          <a:ln w="38100">
            <a:solidFill>
              <a:srgbClr val="000000"/>
            </a:solidFill>
            <a:round/>
            <a:headEnd/>
            <a:tailEnd/>
          </a:ln>
        </p:spPr>
        <p:txBody>
          <a:bodyPr lIns="940526" tIns="470263" rIns="940526" bIns="940526"/>
          <a:lstStyle>
            <a:lvl1pPr eaLnBrk="0" hangingPunct="0">
              <a:defRPr sz="3200">
                <a:solidFill>
                  <a:schemeClr val="tx1"/>
                </a:solidFill>
                <a:latin typeface="Helvetica" pitchFamily="2" charset="0"/>
                <a:ea typeface="ＭＳ Ｐゴシック" panose="020B0600070205080204" pitchFamily="34" charset="-128"/>
              </a:defRPr>
            </a:lvl1pPr>
            <a:lvl2pPr marL="742950" indent="-285750" eaLnBrk="0" hangingPunct="0">
              <a:defRPr sz="3200">
                <a:solidFill>
                  <a:schemeClr val="tx1"/>
                </a:solidFill>
                <a:latin typeface="Helvetica" pitchFamily="2" charset="0"/>
                <a:ea typeface="ＭＳ Ｐゴシック" panose="020B0600070205080204" pitchFamily="34" charset="-128"/>
              </a:defRPr>
            </a:lvl2pPr>
            <a:lvl3pPr marL="1143000" indent="-228600" eaLnBrk="0" hangingPunct="0">
              <a:defRPr sz="3200">
                <a:solidFill>
                  <a:schemeClr val="tx1"/>
                </a:solidFill>
                <a:latin typeface="Helvetica" pitchFamily="2" charset="0"/>
                <a:ea typeface="ＭＳ Ｐゴシック" panose="020B0600070205080204" pitchFamily="34" charset="-128"/>
              </a:defRPr>
            </a:lvl3pPr>
            <a:lvl4pPr marL="1600200" indent="-228600" eaLnBrk="0" hangingPunct="0">
              <a:defRPr sz="3200">
                <a:solidFill>
                  <a:schemeClr val="tx1"/>
                </a:solidFill>
                <a:latin typeface="Helvetica" pitchFamily="2" charset="0"/>
                <a:ea typeface="ＭＳ Ｐゴシック" panose="020B0600070205080204" pitchFamily="34" charset="-128"/>
              </a:defRPr>
            </a:lvl4pPr>
            <a:lvl5pPr marL="2057400" indent="-228600" eaLnBrk="0" hangingPunct="0">
              <a:defRPr sz="3200">
                <a:solidFill>
                  <a:schemeClr val="tx1"/>
                </a:solidFill>
                <a:latin typeface="Helvetica" pitchFamily="2" charset="0"/>
                <a:ea typeface="ＭＳ Ｐゴシック" panose="020B0600070205080204" pitchFamily="34" charset="-128"/>
              </a:defRPr>
            </a:lvl5pPr>
            <a:lvl6pPr marL="25146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6pPr>
            <a:lvl7pPr marL="29718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7pPr>
            <a:lvl8pPr marL="34290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8pPr>
            <a:lvl9pPr marL="38862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9pPr>
          </a:lstStyle>
          <a:p>
            <a:pPr algn="just" eaLnBrk="1" hangingPunct="1"/>
            <a:r>
              <a:rPr lang="en-US" altLang="en-US" sz="4526" b="1" dirty="0">
                <a:solidFill>
                  <a:srgbClr val="000000"/>
                </a:solidFill>
                <a:latin typeface="Avenir Heavy" panose="02000503020000020003" pitchFamily="2" charset="0"/>
              </a:rPr>
              <a:t>Further information</a:t>
            </a:r>
          </a:p>
          <a:p>
            <a:pPr eaLnBrk="1" hangingPunct="1">
              <a:spcBef>
                <a:spcPct val="10000"/>
              </a:spcBef>
            </a:pPr>
            <a:r>
              <a:rPr lang="en-US" altLang="en-US" sz="3703" dirty="0">
                <a:solidFill>
                  <a:srgbClr val="000000"/>
                </a:solidFill>
                <a:latin typeface="Avenir Book" panose="02000503020000020003" pitchFamily="2" charset="0"/>
              </a:rPr>
              <a:t>Please </a:t>
            </a:r>
            <a:r>
              <a:rPr lang="en-US" altLang="en-US" sz="3703" b="1" dirty="0">
                <a:latin typeface="Avenir Book" panose="02000503020000020003" pitchFamily="2" charset="0"/>
              </a:rPr>
              <a:t>see</a:t>
            </a:r>
            <a:br>
              <a:rPr lang="en-US" altLang="en-US" sz="3703" b="1" dirty="0">
                <a:latin typeface="Avenir Book" panose="02000503020000020003" pitchFamily="2" charset="0"/>
              </a:rPr>
            </a:br>
            <a:r>
              <a:rPr lang="en-US" altLang="en-US" sz="3703" b="1" dirty="0">
                <a:latin typeface="Avenir Book" panose="02000503020000020003" pitchFamily="2" charset="0"/>
              </a:rPr>
              <a:t>(</a:t>
            </a:r>
            <a:r>
              <a:rPr lang="en-US" altLang="en-US" sz="3703" b="1" dirty="0" err="1">
                <a:latin typeface="Avenir Book" panose="02000503020000020003" pitchFamily="2" charset="0"/>
              </a:rPr>
              <a:t>github</a:t>
            </a:r>
            <a:r>
              <a:rPr lang="en-US" altLang="en-US" sz="3703" b="1" dirty="0">
                <a:latin typeface="Avenir Book" panose="02000503020000020003" pitchFamily="2" charset="0"/>
              </a:rPr>
              <a:t> link here)</a:t>
            </a:r>
            <a:endParaRPr lang="en-US" altLang="en-US" sz="2880" dirty="0">
              <a:latin typeface="Avenir Book" panose="02000503020000020003" pitchFamily="2" charset="0"/>
            </a:endParaRPr>
          </a:p>
        </p:txBody>
      </p:sp>
      <p:sp>
        <p:nvSpPr>
          <p:cNvPr id="7" name="L-Shape 6">
            <a:extLst>
              <a:ext uri="{FF2B5EF4-FFF2-40B4-BE49-F238E27FC236}">
                <a16:creationId xmlns:a16="http://schemas.microsoft.com/office/drawing/2014/main" id="{D6CF7D8D-D0DF-BBA6-1705-292C46F5AFE0}"/>
              </a:ext>
            </a:extLst>
          </p:cNvPr>
          <p:cNvSpPr>
            <a:spLocks/>
          </p:cNvSpPr>
          <p:nvPr/>
        </p:nvSpPr>
        <p:spPr bwMode="auto">
          <a:xfrm>
            <a:off x="-2308859" y="1257300"/>
            <a:ext cx="9821636" cy="5032466"/>
          </a:xfrm>
          <a:custGeom>
            <a:avLst/>
            <a:gdLst>
              <a:gd name="T0" fmla="*/ 0 w 9548651"/>
              <a:gd name="T1" fmla="*/ 0 h 4892032"/>
              <a:gd name="T2" fmla="*/ 3716036 w 9548651"/>
              <a:gd name="T3" fmla="*/ 0 h 4892032"/>
              <a:gd name="T4" fmla="*/ 3716036 w 9548651"/>
              <a:gd name="T5" fmla="*/ 2069721 h 4892032"/>
              <a:gd name="T6" fmla="*/ 9548651 w 9548651"/>
              <a:gd name="T7" fmla="*/ 2069721 h 4892032"/>
              <a:gd name="T8" fmla="*/ 9548651 w 9548651"/>
              <a:gd name="T9" fmla="*/ 4892032 h 4892032"/>
              <a:gd name="T10" fmla="*/ 0 w 9548651"/>
              <a:gd name="T11" fmla="*/ 4892032 h 4892032"/>
              <a:gd name="T12" fmla="*/ 0 w 9548651"/>
              <a:gd name="T13" fmla="*/ 0 h 48920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548651" h="4892032">
                <a:moveTo>
                  <a:pt x="0" y="0"/>
                </a:moveTo>
                <a:lnTo>
                  <a:pt x="3716036" y="0"/>
                </a:lnTo>
                <a:lnTo>
                  <a:pt x="3716036" y="2069721"/>
                </a:lnTo>
                <a:lnTo>
                  <a:pt x="9548651" y="2069721"/>
                </a:lnTo>
                <a:lnTo>
                  <a:pt x="9548651" y="4892032"/>
                </a:lnTo>
                <a:lnTo>
                  <a:pt x="0" y="4892032"/>
                </a:lnTo>
                <a:lnTo>
                  <a:pt x="0" y="0"/>
                </a:lnTo>
                <a:close/>
              </a:path>
            </a:pathLst>
          </a:custGeom>
          <a:gradFill rotWithShape="1">
            <a:gsLst>
              <a:gs pos="0">
                <a:srgbClr val="EFEFEF"/>
              </a:gs>
              <a:gs pos="100000">
                <a:srgbClr val="DDDDDD"/>
              </a:gs>
            </a:gsLst>
            <a:lin ang="5400000"/>
          </a:gradFill>
          <a:ln w="9525" cap="flat" cmpd="sng">
            <a:solidFill>
              <a:srgbClr val="999999"/>
            </a:solidFill>
            <a:prstDash val="solid"/>
            <a:round/>
            <a:headEnd/>
            <a:tailEnd/>
          </a:ln>
          <a:effectLst>
            <a:outerShdw blurRad="40000" dist="23000" dir="5400000" rotWithShape="0">
              <a:srgbClr val="000000">
                <a:alpha val="34999"/>
              </a:srgbClr>
            </a:outerShdw>
          </a:effectLst>
        </p:spPr>
        <p:txBody>
          <a:bodyPr anchor="ctr"/>
          <a:lstStyle/>
          <a:p>
            <a:endParaRPr lang="en-US" sz="3292"/>
          </a:p>
        </p:txBody>
      </p:sp>
      <p:sp>
        <p:nvSpPr>
          <p:cNvPr id="6" name="TextBox 5">
            <a:extLst>
              <a:ext uri="{FF2B5EF4-FFF2-40B4-BE49-F238E27FC236}">
                <a16:creationId xmlns:a16="http://schemas.microsoft.com/office/drawing/2014/main" id="{D2E89DEC-A835-D518-27E9-BFF459497CFF}"/>
              </a:ext>
            </a:extLst>
          </p:cNvPr>
          <p:cNvSpPr txBox="1"/>
          <p:nvPr/>
        </p:nvSpPr>
        <p:spPr>
          <a:xfrm>
            <a:off x="-1921872" y="3967843"/>
            <a:ext cx="9047661" cy="1853321"/>
          </a:xfrm>
          <a:prstGeom prst="rect">
            <a:avLst/>
          </a:prstGeom>
          <a:noFill/>
        </p:spPr>
        <p:txBody>
          <a:bodyPr>
            <a:spAutoFit/>
          </a:bodyPr>
          <a:lstStyle/>
          <a:p>
            <a:pPr>
              <a:defRPr/>
            </a:pPr>
            <a:r>
              <a:rPr lang="en-US" sz="3703" dirty="0">
                <a:solidFill>
                  <a:schemeClr val="accent1">
                    <a:lumMod val="90000"/>
                  </a:schemeClr>
                </a:solidFill>
                <a:latin typeface="Avenir Book"/>
                <a:ea typeface="ＭＳ Ｐゴシック" charset="0"/>
                <a:cs typeface="Avenir Book"/>
              </a:rPr>
              <a:t>Doing so crowds the title and visually distracts from important graphics. Put logo on your business card, not poster.</a:t>
            </a:r>
          </a:p>
        </p:txBody>
      </p:sp>
      <p:sp>
        <p:nvSpPr>
          <p:cNvPr id="21" name="TextBox 20">
            <a:extLst>
              <a:ext uri="{FF2B5EF4-FFF2-40B4-BE49-F238E27FC236}">
                <a16:creationId xmlns:a16="http://schemas.microsoft.com/office/drawing/2014/main" id="{61C47541-2853-B9CC-7CDB-265F40DD5EE4}"/>
              </a:ext>
            </a:extLst>
          </p:cNvPr>
          <p:cNvSpPr txBox="1"/>
          <p:nvPr/>
        </p:nvSpPr>
        <p:spPr>
          <a:xfrm>
            <a:off x="-1969226" y="1596934"/>
            <a:ext cx="3241222" cy="1853321"/>
          </a:xfrm>
          <a:prstGeom prst="rect">
            <a:avLst/>
          </a:prstGeom>
          <a:noFill/>
        </p:spPr>
        <p:txBody>
          <a:bodyPr>
            <a:spAutoFit/>
          </a:bodyPr>
          <a:lstStyle/>
          <a:p>
            <a:pPr algn="ctr">
              <a:defRPr/>
            </a:pPr>
            <a:r>
              <a:rPr lang="en-US" sz="3703" dirty="0">
                <a:solidFill>
                  <a:schemeClr val="accent1">
                    <a:lumMod val="90000"/>
                  </a:schemeClr>
                </a:solidFill>
                <a:latin typeface="Avenir Book"/>
                <a:ea typeface="ＭＳ Ｐゴシック" charset="0"/>
                <a:cs typeface="Avenir Book"/>
              </a:rPr>
              <a:t>DO. NOT.</a:t>
            </a:r>
          </a:p>
          <a:p>
            <a:pPr algn="ctr">
              <a:defRPr/>
            </a:pPr>
            <a:r>
              <a:rPr lang="en-US" sz="3703" dirty="0">
                <a:solidFill>
                  <a:schemeClr val="accent1">
                    <a:lumMod val="90000"/>
                  </a:schemeClr>
                </a:solidFill>
                <a:latin typeface="Avenir Book"/>
                <a:ea typeface="ＭＳ Ｐゴシック" charset="0"/>
                <a:cs typeface="Avenir Book"/>
              </a:rPr>
              <a:t>PUT. LOGOS.</a:t>
            </a:r>
          </a:p>
          <a:p>
            <a:pPr algn="ctr">
              <a:defRPr/>
            </a:pPr>
            <a:r>
              <a:rPr lang="en-US" sz="3703" dirty="0">
                <a:solidFill>
                  <a:schemeClr val="accent1">
                    <a:lumMod val="90000"/>
                  </a:schemeClr>
                </a:solidFill>
                <a:latin typeface="Avenir Book"/>
                <a:ea typeface="ＭＳ Ｐゴシック" charset="0"/>
                <a:cs typeface="Avenir Book"/>
              </a:rPr>
              <a:t>HERE.</a:t>
            </a:r>
          </a:p>
        </p:txBody>
      </p:sp>
      <p:sp>
        <p:nvSpPr>
          <p:cNvPr id="22" name="L-Shape 21">
            <a:extLst>
              <a:ext uri="{FF2B5EF4-FFF2-40B4-BE49-F238E27FC236}">
                <a16:creationId xmlns:a16="http://schemas.microsoft.com/office/drawing/2014/main" id="{7B75E901-E165-F030-503D-589B5C6AFC40}"/>
              </a:ext>
            </a:extLst>
          </p:cNvPr>
          <p:cNvSpPr>
            <a:spLocks/>
          </p:cNvSpPr>
          <p:nvPr/>
        </p:nvSpPr>
        <p:spPr bwMode="auto">
          <a:xfrm flipH="1">
            <a:off x="37136065" y="1098016"/>
            <a:ext cx="9047661" cy="5030833"/>
          </a:xfrm>
          <a:custGeom>
            <a:avLst/>
            <a:gdLst>
              <a:gd name="T0" fmla="*/ 0 w 8796048"/>
              <a:gd name="T1" fmla="*/ 0 h 4892032"/>
              <a:gd name="T2" fmla="*/ 3621963 w 8796048"/>
              <a:gd name="T3" fmla="*/ 0 h 4892032"/>
              <a:gd name="T4" fmla="*/ 3621963 w 8796048"/>
              <a:gd name="T5" fmla="*/ 2069721 h 4892032"/>
              <a:gd name="T6" fmla="*/ 8796048 w 8796048"/>
              <a:gd name="T7" fmla="*/ 2069721 h 4892032"/>
              <a:gd name="T8" fmla="*/ 8796048 w 8796048"/>
              <a:gd name="T9" fmla="*/ 4892032 h 4892032"/>
              <a:gd name="T10" fmla="*/ 0 w 8796048"/>
              <a:gd name="T11" fmla="*/ 4892032 h 4892032"/>
              <a:gd name="T12" fmla="*/ 0 w 8796048"/>
              <a:gd name="T13" fmla="*/ 0 h 48920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796048" h="4892032">
                <a:moveTo>
                  <a:pt x="0" y="0"/>
                </a:moveTo>
                <a:lnTo>
                  <a:pt x="3621963" y="0"/>
                </a:lnTo>
                <a:lnTo>
                  <a:pt x="3621963" y="2069721"/>
                </a:lnTo>
                <a:lnTo>
                  <a:pt x="8796048" y="2069721"/>
                </a:lnTo>
                <a:lnTo>
                  <a:pt x="8796048" y="4892032"/>
                </a:lnTo>
                <a:lnTo>
                  <a:pt x="0" y="4892032"/>
                </a:lnTo>
                <a:lnTo>
                  <a:pt x="0" y="0"/>
                </a:lnTo>
                <a:close/>
              </a:path>
            </a:pathLst>
          </a:custGeom>
          <a:gradFill rotWithShape="1">
            <a:gsLst>
              <a:gs pos="0">
                <a:srgbClr val="EFEFEF"/>
              </a:gs>
              <a:gs pos="100000">
                <a:srgbClr val="DDDDDD"/>
              </a:gs>
            </a:gsLst>
            <a:lin ang="5400000"/>
          </a:gradFill>
          <a:ln w="9525" cap="flat" cmpd="sng">
            <a:solidFill>
              <a:srgbClr val="999999"/>
            </a:solidFill>
            <a:prstDash val="solid"/>
            <a:round/>
            <a:headEnd/>
            <a:tailEnd/>
          </a:ln>
          <a:effectLst>
            <a:outerShdw blurRad="40000" dist="23000" dir="5400000" rotWithShape="0">
              <a:srgbClr val="000000">
                <a:alpha val="34999"/>
              </a:srgbClr>
            </a:outerShdw>
          </a:effectLst>
        </p:spPr>
        <p:txBody>
          <a:bodyPr anchor="ctr"/>
          <a:lstStyle/>
          <a:p>
            <a:endParaRPr lang="en-US" sz="3292"/>
          </a:p>
        </p:txBody>
      </p:sp>
      <p:sp>
        <p:nvSpPr>
          <p:cNvPr id="23" name="TextBox 22">
            <a:extLst>
              <a:ext uri="{FF2B5EF4-FFF2-40B4-BE49-F238E27FC236}">
                <a16:creationId xmlns:a16="http://schemas.microsoft.com/office/drawing/2014/main" id="{A681AC84-C96D-FE5E-C495-378567335046}"/>
              </a:ext>
            </a:extLst>
          </p:cNvPr>
          <p:cNvSpPr txBox="1"/>
          <p:nvPr/>
        </p:nvSpPr>
        <p:spPr>
          <a:xfrm>
            <a:off x="37702672" y="4305845"/>
            <a:ext cx="7837714" cy="681088"/>
          </a:xfrm>
          <a:prstGeom prst="rect">
            <a:avLst/>
          </a:prstGeom>
          <a:noFill/>
        </p:spPr>
        <p:txBody>
          <a:bodyPr>
            <a:spAutoFit/>
          </a:bodyPr>
          <a:lstStyle/>
          <a:p>
            <a:pPr algn="ctr">
              <a:defRPr/>
            </a:pPr>
            <a:r>
              <a:rPr lang="en-US" sz="3703" dirty="0">
                <a:solidFill>
                  <a:schemeClr val="accent1">
                    <a:lumMod val="90000"/>
                  </a:schemeClr>
                </a:solidFill>
                <a:latin typeface="Avenir Book"/>
                <a:ea typeface="ＭＳ Ｐゴシック" charset="0"/>
                <a:cs typeface="Avenir Book"/>
              </a:rPr>
              <a:t>DO NOT PUT LOGOS here, either.</a:t>
            </a:r>
          </a:p>
        </p:txBody>
      </p:sp>
      <p:sp>
        <p:nvSpPr>
          <p:cNvPr id="2" name="TextBox 1">
            <a:extLst>
              <a:ext uri="{FF2B5EF4-FFF2-40B4-BE49-F238E27FC236}">
                <a16:creationId xmlns:a16="http://schemas.microsoft.com/office/drawing/2014/main" id="{7F7637C9-8A33-5383-5B42-7BB64850D0AE}"/>
              </a:ext>
            </a:extLst>
          </p:cNvPr>
          <p:cNvSpPr txBox="1"/>
          <p:nvPr/>
        </p:nvSpPr>
        <p:spPr>
          <a:xfrm>
            <a:off x="32633899" y="21805400"/>
            <a:ext cx="10560235" cy="8549640"/>
          </a:xfrm>
          <a:prstGeom prst="rect">
            <a:avLst/>
          </a:prstGeom>
          <a:solidFill>
            <a:schemeClr val="bg1"/>
          </a:solidFill>
          <a:ln>
            <a:solidFill>
              <a:schemeClr val="accent6"/>
            </a:solidFill>
          </a:ln>
        </p:spPr>
        <p:txBody>
          <a:bodyPr wrap="square" rtlCol="0">
            <a:spAutoFit/>
          </a:bodyPr>
          <a:lstStyle/>
          <a:p>
            <a:r>
              <a:rPr lang="en-US" sz="4940" b="1" dirty="0"/>
              <a:t>Future Work</a:t>
            </a:r>
          </a:p>
          <a:p>
            <a:r>
              <a:rPr lang="en-US" dirty="0"/>
              <a:t>Future iterations of this verifiable-RAG schema will aim to implement multi-modal Vision-Language Models (VLMs) like </a:t>
            </a:r>
            <a:r>
              <a:rPr lang="en-US" dirty="0" err="1"/>
              <a:t>LLaVA</a:t>
            </a:r>
            <a:r>
              <a:rPr lang="en-US" dirty="0"/>
              <a:t> alongside the existing semantic text models.</a:t>
            </a:r>
          </a:p>
          <a:p>
            <a:r>
              <a:rPr lang="en-US" dirty="0"/>
              <a:t>By feeding the generated high-resolution page PNGs natively back into a VLM, the AI would be able to actively parse color-coded charts, topological diagrams, and spatial equations embedded within the page, allowing the system to reason across graphic and text data seamlessly.</a:t>
            </a:r>
          </a:p>
          <a:p>
            <a:endParaRPr lang="en-US" sz="6000" b="1" dirty="0"/>
          </a:p>
          <a:p>
            <a:endParaRPr lang="en-US" sz="6000" b="1" dirty="0"/>
          </a:p>
          <a:p>
            <a:endParaRPr lang="en-US" sz="6000" b="1" dirty="0"/>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themeOverride>
</file>

<file path=docProps/app.xml><?xml version="1.0" encoding="utf-8"?>
<Properties xmlns="http://schemas.openxmlformats.org/officeDocument/2006/extended-properties" xmlns:vt="http://schemas.openxmlformats.org/officeDocument/2006/docPropsVTypes">
  <TotalTime>5805</TotalTime>
  <Words>695</Words>
  <Application>Microsoft Macintosh PowerPoint</Application>
  <PresentationFormat>Custom</PresentationFormat>
  <Paragraphs>36</Paragraphs>
  <Slides>1</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vt:i4>
      </vt:variant>
    </vt:vector>
  </HeadingPairs>
  <TitlesOfParts>
    <vt:vector size="11" baseType="lpstr">
      <vt:lpstr>Helvetica</vt:lpstr>
      <vt:lpstr>ＭＳ Ｐゴシック</vt:lpstr>
      <vt:lpstr>Arial</vt:lpstr>
      <vt:lpstr>Times New Roman</vt:lpstr>
      <vt:lpstr>Calibri</vt:lpstr>
      <vt:lpstr>ヒラギノ角ゴ Pro W3</vt:lpstr>
      <vt:lpstr>Avenir Book</vt:lpstr>
      <vt:lpstr>Avenir Heavy</vt:lpstr>
      <vt:lpstr>Avenir Medium</vt:lpstr>
      <vt:lpstr>Default Design</vt:lpstr>
      <vt:lpstr>PowerPoint Presentation</vt:lpstr>
    </vt:vector>
  </TitlesOfParts>
  <Manager/>
  <Company/>
  <LinksUpToDate>false</LinksUpToDate>
  <SharedDoc>false</SharedDoc>
  <HyperlinkBase>https://colinpurrington.com/tips/poster-design</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Horizontal conference poster template</dc:title>
  <dc:subject>conference poster</dc:subject>
  <dc:creator>Colin Purrington</dc:creator>
  <cp:keywords>poster, conference, session, meeting, symposium, research, presentation</cp:keywords>
  <dc:description>Copyright Colin Purrington 2019</dc:description>
  <cp:lastModifiedBy>Montgomery, Madison Taylor (Student)</cp:lastModifiedBy>
  <cp:revision>575</cp:revision>
  <cp:lastPrinted>2011-10-30T12:54:45Z</cp:lastPrinted>
  <dcterms:created xsi:type="dcterms:W3CDTF">2012-06-12T14:08:55Z</dcterms:created>
  <dcterms:modified xsi:type="dcterms:W3CDTF">2026-03-23T14:42:28Z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Colin Purrington</vt:lpwstr>
  </property>
</Properties>
</file>